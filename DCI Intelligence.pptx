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m" ContentType="application/vnd.ms-excel.sheet.macroEnabled.12"/>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Slides/notesSlide3.xml" ContentType="application/vnd.openxmlformats-officedocument.presentationml.notesSlide+xml"/>
  <Override PartName="/ppt/notesSlides/notesSlide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14"/>
  </p:notesMasterIdLst>
  <p:sldIdLst>
    <p:sldId id="2145705713" r:id="rId5"/>
    <p:sldId id="2142" r:id="rId6"/>
    <p:sldId id="535" r:id="rId7"/>
    <p:sldId id="745" r:id="rId8"/>
    <p:sldId id="2173" r:id="rId9"/>
    <p:sldId id="335" r:id="rId10"/>
    <p:sldId id="262" r:id="rId11"/>
    <p:sldId id="428" r:id="rId12"/>
    <p:sldId id="4685"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homas Ujvagi" initials="TU" lastIdx="10" clrIdx="0"/>
  <p:cmAuthor id="2" name="Lisette Albert" initials="LA" lastIdx="2" clrIdx="1"/>
  <p:cmAuthor id="3" name="Joshua Hunt" initials="JH [2]" lastIdx="1" clrIdx="2">
    <p:extLst>
      <p:ext uri="{19B8F6BF-5375-455C-9EA6-DF929625EA0E}">
        <p15:presenceInfo xmlns:p15="http://schemas.microsoft.com/office/powerpoint/2012/main" userId="Joshua Hunt"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232C3C"/>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 uri="{1BD7E111-0CB8-44D6-8891-C1BB2F81B7CC}">
      <p1710:readonlyRecommended xmlns:p1710="http://schemas.microsoft.com/office/powerpoint/2017/10/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23AE9F7-1578-468D-BA05-71ED1159C7F4}" v="1" dt="2025-01-07T15:47:26.29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7" autoAdjust="0"/>
    <p:restoredTop sz="94660"/>
  </p:normalViewPr>
  <p:slideViewPr>
    <p:cSldViewPr snapToGrid="0">
      <p:cViewPr>
        <p:scale>
          <a:sx n="98" d="100"/>
          <a:sy n="98" d="100"/>
        </p:scale>
        <p:origin x="45" y="30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commentAuthors" Target="commentAuthors.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Macro-Enabled_Worksheet.xlsm"/></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Macro-Enabled_Worksheet1.xlsm"/></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Macro-Enabled_Worksheet2.xlsm"/></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Macro-Enabled_Worksheet3.xlsm"/></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8"/>
    </mc:Choice>
    <mc:Fallback>
      <c:style val="8"/>
    </mc:Fallback>
  </mc:AlternateContent>
  <c:chart>
    <c:autoTitleDeleted val="1"/>
    <c:plotArea>
      <c:layout>
        <c:manualLayout>
          <c:layoutTarget val="inner"/>
          <c:xMode val="edge"/>
          <c:yMode val="edge"/>
          <c:x val="0.156428102888829"/>
          <c:y val="0.11347565068099499"/>
          <c:w val="0.67942940605403301"/>
          <c:h val="0.80016859550304897"/>
        </c:manualLayout>
      </c:layout>
      <c:doughnutChart>
        <c:varyColors val="1"/>
        <c:ser>
          <c:idx val="0"/>
          <c:order val="0"/>
          <c:tx>
            <c:strRef>
              <c:f>#REF!</c:f>
              <c:strCache>
                <c:ptCount val="1"/>
                <c:pt idx="0">
                  <c:v>#REF!</c:v>
                </c:pt>
              </c:strCache>
            </c:strRef>
          </c:tx>
          <c:spPr>
            <a:solidFill>
              <a:schemeClr val="bg2"/>
            </a:solidFill>
          </c:spPr>
          <c:dPt>
            <c:idx val="0"/>
            <c:bubble3D val="0"/>
            <c:spPr>
              <a:solidFill>
                <a:schemeClr val="accent1"/>
              </a:solidFill>
              <a:ln w="18266">
                <a:solidFill>
                  <a:schemeClr val="lt1"/>
                </a:solidFill>
              </a:ln>
              <a:effectLst/>
            </c:spPr>
            <c:extLst>
              <c:ext xmlns:c16="http://schemas.microsoft.com/office/drawing/2014/chart" uri="{C3380CC4-5D6E-409C-BE32-E72D297353CC}">
                <c16:uniqueId val="{00000000-FCB6-974A-8467-ED3BF9D4674F}"/>
              </c:ext>
            </c:extLst>
          </c:dPt>
          <c:cat>
            <c:numRef>
              <c:f>#REF!</c:f>
              <c:numCache>
                <c:formatCode>General</c:formatCode>
                <c:ptCount val="1"/>
                <c:pt idx="0">
                  <c:v>1</c:v>
                </c:pt>
              </c:numCache>
            </c:numRef>
          </c:cat>
          <c:val>
            <c:numRef>
              <c:f>#REF!</c:f>
              <c:numCache>
                <c:formatCode>General</c:formatCode>
                <c:ptCount val="1"/>
                <c:pt idx="0">
                  <c:v>1</c:v>
                </c:pt>
              </c:numCache>
            </c:numRef>
          </c:val>
          <c:extLst>
            <c:ext xmlns:c16="http://schemas.microsoft.com/office/drawing/2014/chart" uri="{C3380CC4-5D6E-409C-BE32-E72D297353CC}">
              <c16:uniqueId val="{00000001-FCB6-974A-8467-ED3BF9D4674F}"/>
            </c:ext>
          </c:extLst>
        </c:ser>
        <c:dLbls>
          <c:showLegendKey val="0"/>
          <c:showVal val="0"/>
          <c:showCatName val="0"/>
          <c:showSerName val="0"/>
          <c:showPercent val="0"/>
          <c:showBubbleSize val="0"/>
          <c:showLeaderLines val="1"/>
        </c:dLbls>
        <c:firstSliceAng val="0"/>
        <c:holeSize val="56"/>
      </c:doughnutChart>
      <c:spPr>
        <a:noFill/>
        <a:ln w="24355">
          <a:noFill/>
        </a:ln>
      </c:spPr>
    </c:plotArea>
    <c:plotVisOnly val="1"/>
    <c:dispBlanksAs val="gap"/>
    <c:showDLblsOverMax val="0"/>
  </c:chart>
  <c:spPr>
    <a:noFill/>
    <a:ln>
      <a:noFill/>
    </a:ln>
    <a:effectLst/>
  </c:spPr>
  <c:txPr>
    <a:bodyPr/>
    <a:lstStyle/>
    <a:p>
      <a:pPr>
        <a:defRPr sz="1146" b="0" i="0" u="none" strike="noStrike" baseline="0">
          <a:solidFill>
            <a:srgbClr val="000000"/>
          </a:solidFill>
          <a:latin typeface="Calibri"/>
          <a:ea typeface="Calibri"/>
          <a:cs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8"/>
    </mc:Choice>
    <mc:Fallback>
      <c:style val="8"/>
    </mc:Fallback>
  </mc:AlternateContent>
  <c:chart>
    <c:autoTitleDeleted val="1"/>
    <c:plotArea>
      <c:layout>
        <c:manualLayout>
          <c:layoutTarget val="inner"/>
          <c:xMode val="edge"/>
          <c:yMode val="edge"/>
          <c:x val="0.156428102888829"/>
          <c:y val="0.11347565068099499"/>
          <c:w val="0.67942940605403301"/>
          <c:h val="0.80016859550304897"/>
        </c:manualLayout>
      </c:layout>
      <c:doughnutChart>
        <c:varyColors val="1"/>
        <c:ser>
          <c:idx val="0"/>
          <c:order val="0"/>
          <c:tx>
            <c:strRef>
              <c:f>#REF!</c:f>
              <c:strCache>
                <c:ptCount val="1"/>
                <c:pt idx="0">
                  <c:v>#REF!</c:v>
                </c:pt>
              </c:strCache>
            </c:strRef>
          </c:tx>
          <c:spPr>
            <a:solidFill>
              <a:schemeClr val="tx1"/>
            </a:solidFill>
          </c:spPr>
          <c:dPt>
            <c:idx val="0"/>
            <c:bubble3D val="0"/>
            <c:spPr>
              <a:solidFill>
                <a:schemeClr val="tx1"/>
              </a:solidFill>
              <a:ln w="18276">
                <a:solidFill>
                  <a:schemeClr val="lt1"/>
                </a:solidFill>
              </a:ln>
              <a:effectLst/>
            </c:spPr>
            <c:extLst>
              <c:ext xmlns:c16="http://schemas.microsoft.com/office/drawing/2014/chart" uri="{C3380CC4-5D6E-409C-BE32-E72D297353CC}">
                <c16:uniqueId val="{00000000-CE6F-7846-B1E8-1F48E89BDF2C}"/>
              </c:ext>
            </c:extLst>
          </c:dPt>
          <c:cat>
            <c:numRef>
              <c:f>#REF!</c:f>
              <c:numCache>
                <c:formatCode>General</c:formatCode>
                <c:ptCount val="1"/>
                <c:pt idx="0">
                  <c:v>1</c:v>
                </c:pt>
              </c:numCache>
            </c:numRef>
          </c:cat>
          <c:val>
            <c:numRef>
              <c:f>#REF!</c:f>
              <c:numCache>
                <c:formatCode>General</c:formatCode>
                <c:ptCount val="1"/>
                <c:pt idx="0">
                  <c:v>1</c:v>
                </c:pt>
              </c:numCache>
            </c:numRef>
          </c:val>
          <c:extLst>
            <c:ext xmlns:c16="http://schemas.microsoft.com/office/drawing/2014/chart" uri="{C3380CC4-5D6E-409C-BE32-E72D297353CC}">
              <c16:uniqueId val="{00000001-CE6F-7846-B1E8-1F48E89BDF2C}"/>
            </c:ext>
          </c:extLst>
        </c:ser>
        <c:dLbls>
          <c:showLegendKey val="0"/>
          <c:showVal val="0"/>
          <c:showCatName val="0"/>
          <c:showSerName val="0"/>
          <c:showPercent val="0"/>
          <c:showBubbleSize val="0"/>
          <c:showLeaderLines val="1"/>
        </c:dLbls>
        <c:firstSliceAng val="0"/>
        <c:holeSize val="56"/>
      </c:doughnutChart>
      <c:spPr>
        <a:noFill/>
        <a:ln w="24368">
          <a:noFill/>
        </a:ln>
      </c:spPr>
    </c:plotArea>
    <c:plotVisOnly val="1"/>
    <c:dispBlanksAs val="gap"/>
    <c:showDLblsOverMax val="0"/>
  </c:chart>
  <c:spPr>
    <a:noFill/>
    <a:ln>
      <a:noFill/>
    </a:ln>
    <a:effectLst/>
  </c:spPr>
  <c:txPr>
    <a:bodyPr/>
    <a:lstStyle/>
    <a:p>
      <a:pPr>
        <a:defRPr sz="1146" b="0" i="0" u="none" strike="noStrike" baseline="0">
          <a:solidFill>
            <a:srgbClr val="000000"/>
          </a:solidFill>
          <a:latin typeface="Calibri"/>
          <a:ea typeface="Calibri"/>
          <a:cs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8"/>
    </mc:Choice>
    <mc:Fallback>
      <c:style val="8"/>
    </mc:Fallback>
  </mc:AlternateContent>
  <c:chart>
    <c:autoTitleDeleted val="1"/>
    <c:plotArea>
      <c:layout>
        <c:manualLayout>
          <c:layoutTarget val="inner"/>
          <c:xMode val="edge"/>
          <c:yMode val="edge"/>
          <c:x val="0.156428102888829"/>
          <c:y val="0.11347565068099499"/>
          <c:w val="0.67942940605403301"/>
          <c:h val="0.80016859550304897"/>
        </c:manualLayout>
      </c:layout>
      <c:doughnutChart>
        <c:varyColors val="1"/>
        <c:ser>
          <c:idx val="0"/>
          <c:order val="0"/>
          <c:tx>
            <c:strRef>
              <c:f>#REF!</c:f>
              <c:strCache>
                <c:ptCount val="1"/>
                <c:pt idx="0">
                  <c:v>#REF!</c:v>
                </c:pt>
              </c:strCache>
            </c:strRef>
          </c:tx>
          <c:spPr>
            <a:solidFill>
              <a:schemeClr val="accent4"/>
            </a:solidFill>
          </c:spPr>
          <c:dPt>
            <c:idx val="0"/>
            <c:bubble3D val="0"/>
            <c:spPr>
              <a:solidFill>
                <a:schemeClr val="accent4"/>
              </a:solidFill>
              <a:ln w="18238">
                <a:solidFill>
                  <a:schemeClr val="lt1"/>
                </a:solidFill>
              </a:ln>
              <a:effectLst/>
            </c:spPr>
            <c:extLst>
              <c:ext xmlns:c16="http://schemas.microsoft.com/office/drawing/2014/chart" uri="{C3380CC4-5D6E-409C-BE32-E72D297353CC}">
                <c16:uniqueId val="{00000000-F41C-B44B-B55B-132638EDEE97}"/>
              </c:ext>
            </c:extLst>
          </c:dPt>
          <c:cat>
            <c:numRef>
              <c:f>#REF!</c:f>
              <c:numCache>
                <c:formatCode>General</c:formatCode>
                <c:ptCount val="1"/>
                <c:pt idx="0">
                  <c:v>1</c:v>
                </c:pt>
              </c:numCache>
            </c:numRef>
          </c:cat>
          <c:val>
            <c:numRef>
              <c:f>#REF!</c:f>
              <c:numCache>
                <c:formatCode>General</c:formatCode>
                <c:ptCount val="1"/>
                <c:pt idx="0">
                  <c:v>1</c:v>
                </c:pt>
              </c:numCache>
            </c:numRef>
          </c:val>
          <c:extLst>
            <c:ext xmlns:c16="http://schemas.microsoft.com/office/drawing/2014/chart" uri="{C3380CC4-5D6E-409C-BE32-E72D297353CC}">
              <c16:uniqueId val="{00000001-F41C-B44B-B55B-132638EDEE97}"/>
            </c:ext>
          </c:extLst>
        </c:ser>
        <c:dLbls>
          <c:showLegendKey val="0"/>
          <c:showVal val="0"/>
          <c:showCatName val="0"/>
          <c:showSerName val="0"/>
          <c:showPercent val="0"/>
          <c:showBubbleSize val="0"/>
          <c:showLeaderLines val="1"/>
        </c:dLbls>
        <c:firstSliceAng val="0"/>
        <c:holeSize val="56"/>
      </c:doughnutChart>
      <c:spPr>
        <a:noFill/>
        <a:ln w="24318">
          <a:noFill/>
        </a:ln>
      </c:spPr>
    </c:plotArea>
    <c:plotVisOnly val="1"/>
    <c:dispBlanksAs val="gap"/>
    <c:showDLblsOverMax val="0"/>
  </c:chart>
  <c:spPr>
    <a:noFill/>
    <a:ln>
      <a:noFill/>
    </a:ln>
    <a:effectLst/>
  </c:spPr>
  <c:txPr>
    <a:bodyPr/>
    <a:lstStyle/>
    <a:p>
      <a:pPr>
        <a:defRPr sz="1144" b="0" i="0" u="none" strike="noStrike" baseline="0">
          <a:solidFill>
            <a:srgbClr val="000000"/>
          </a:solidFill>
          <a:latin typeface="Calibri"/>
          <a:ea typeface="Calibri"/>
          <a:cs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8"/>
    </mc:Choice>
    <mc:Fallback>
      <c:style val="8"/>
    </mc:Fallback>
  </mc:AlternateContent>
  <c:chart>
    <c:autoTitleDeleted val="1"/>
    <c:plotArea>
      <c:layout>
        <c:manualLayout>
          <c:layoutTarget val="inner"/>
          <c:xMode val="edge"/>
          <c:yMode val="edge"/>
          <c:x val="0.156428102888829"/>
          <c:y val="0.11347565068099499"/>
          <c:w val="0.67942940605403301"/>
          <c:h val="0.80016859550304897"/>
        </c:manualLayout>
      </c:layout>
      <c:doughnutChart>
        <c:varyColors val="1"/>
        <c:ser>
          <c:idx val="0"/>
          <c:order val="0"/>
          <c:tx>
            <c:strRef>
              <c:f>#REF!</c:f>
              <c:strCache>
                <c:ptCount val="1"/>
                <c:pt idx="0">
                  <c:v>#REF!</c:v>
                </c:pt>
              </c:strCache>
            </c:strRef>
          </c:tx>
          <c:spPr>
            <a:solidFill>
              <a:schemeClr val="accent3"/>
            </a:solidFill>
          </c:spPr>
          <c:dPt>
            <c:idx val="0"/>
            <c:bubble3D val="0"/>
            <c:spPr>
              <a:solidFill>
                <a:schemeClr val="accent3"/>
              </a:solidFill>
              <a:ln w="18229">
                <a:solidFill>
                  <a:schemeClr val="lt1"/>
                </a:solidFill>
              </a:ln>
              <a:effectLst/>
            </c:spPr>
            <c:extLst>
              <c:ext xmlns:c16="http://schemas.microsoft.com/office/drawing/2014/chart" uri="{C3380CC4-5D6E-409C-BE32-E72D297353CC}">
                <c16:uniqueId val="{00000000-359D-2544-ABCD-810A7A39EEFF}"/>
              </c:ext>
            </c:extLst>
          </c:dPt>
          <c:cat>
            <c:numRef>
              <c:f>#REF!</c:f>
              <c:numCache>
                <c:formatCode>General</c:formatCode>
                <c:ptCount val="1"/>
                <c:pt idx="0">
                  <c:v>1</c:v>
                </c:pt>
              </c:numCache>
            </c:numRef>
          </c:cat>
          <c:val>
            <c:numRef>
              <c:f>#REF!</c:f>
              <c:numCache>
                <c:formatCode>General</c:formatCode>
                <c:ptCount val="1"/>
                <c:pt idx="0">
                  <c:v>1</c:v>
                </c:pt>
              </c:numCache>
            </c:numRef>
          </c:val>
          <c:extLst>
            <c:ext xmlns:c16="http://schemas.microsoft.com/office/drawing/2014/chart" uri="{C3380CC4-5D6E-409C-BE32-E72D297353CC}">
              <c16:uniqueId val="{00000001-359D-2544-ABCD-810A7A39EEFF}"/>
            </c:ext>
          </c:extLst>
        </c:ser>
        <c:dLbls>
          <c:showLegendKey val="0"/>
          <c:showVal val="0"/>
          <c:showCatName val="0"/>
          <c:showSerName val="0"/>
          <c:showPercent val="0"/>
          <c:showBubbleSize val="0"/>
          <c:showLeaderLines val="1"/>
        </c:dLbls>
        <c:firstSliceAng val="0"/>
        <c:holeSize val="56"/>
      </c:doughnutChart>
      <c:spPr>
        <a:noFill/>
        <a:ln w="24305">
          <a:noFill/>
        </a:ln>
      </c:spPr>
    </c:plotArea>
    <c:plotVisOnly val="1"/>
    <c:dispBlanksAs val="gap"/>
    <c:showDLblsOverMax val="0"/>
  </c:chart>
  <c:spPr>
    <a:noFill/>
    <a:ln>
      <a:noFill/>
    </a:ln>
    <a:effectLst/>
  </c:spPr>
  <c:txPr>
    <a:bodyPr/>
    <a:lstStyle/>
    <a:p>
      <a:pPr>
        <a:defRPr sz="1143" b="0" i="0" u="none" strike="noStrike" baseline="0">
          <a:solidFill>
            <a:srgbClr val="000000"/>
          </a:solidFill>
          <a:latin typeface="Calibri"/>
          <a:ea typeface="Calibri"/>
          <a:cs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93DCA71-744B-3041-8B32-FA18AFEA9689}" type="datetimeFigureOut">
              <a:rPr lang="en-US" smtClean="0"/>
              <a:t>5/15/2026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A1B36EF-273B-C942-A1A3-7BB252ADD5A2}" type="slidenum">
              <a:rPr lang="en-US" smtClean="0"/>
              <a:t>‹#›</a:t>
            </a:fld>
            <a:endParaRPr lang="en-US"/>
          </a:p>
        </p:txBody>
      </p:sp>
    </p:spTree>
    <p:extLst>
      <p:ext uri="{BB962C8B-B14F-4D97-AF65-F5344CB8AC3E}">
        <p14:creationId xmlns:p14="http://schemas.microsoft.com/office/powerpoint/2010/main" val="22229912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Slide Image Placeholder 1">
            <a:extLst>
              <a:ext uri="{FF2B5EF4-FFF2-40B4-BE49-F238E27FC236}">
                <a16:creationId xmlns:a16="http://schemas.microsoft.com/office/drawing/2014/main" id="{91415A3D-2B7A-B801-061C-1E53011BF32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2707" name="Notes Placeholder 2">
            <a:extLst>
              <a:ext uri="{FF2B5EF4-FFF2-40B4-BE49-F238E27FC236}">
                <a16:creationId xmlns:a16="http://schemas.microsoft.com/office/drawing/2014/main" id="{E640AC57-FAB5-B626-A438-0EA5D31398F8}"/>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228600" indent="-228600">
              <a:buFontTx/>
              <a:buAutoNum type="arabicPeriod"/>
            </a:pPr>
            <a:r>
              <a:rPr lang="en-US" altLang="en-US"/>
              <a:t>Potential Stat: “20 Billion connected devices by 2020”?</a:t>
            </a:r>
          </a:p>
          <a:p>
            <a:pPr marL="228600" indent="-228600">
              <a:buFontTx/>
              <a:buAutoNum type="arabicPeriod"/>
            </a:pPr>
            <a:endParaRPr lang="en-US" altLang="en-US"/>
          </a:p>
        </p:txBody>
      </p:sp>
      <p:sp>
        <p:nvSpPr>
          <p:cNvPr id="72708" name="Slide Number Placeholder 3">
            <a:extLst>
              <a:ext uri="{FF2B5EF4-FFF2-40B4-BE49-F238E27FC236}">
                <a16:creationId xmlns:a16="http://schemas.microsoft.com/office/drawing/2014/main" id="{7BF05EF8-5576-B9F3-ABAE-97634499769A}"/>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fld id="{D529B23C-FF27-2C4C-A995-8C4BF60BA908}" type="slidenum">
              <a:rPr lang="en-US" altLang="en-US"/>
              <a:pPr fontAlgn="base">
                <a:spcBef>
                  <a:spcPct val="0"/>
                </a:spcBef>
                <a:spcAft>
                  <a:spcPct val="0"/>
                </a:spcAft>
              </a:pPr>
              <a:t>3</a:t>
            </a:fld>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Image Placeholder 1">
            <a:extLst>
              <a:ext uri="{FF2B5EF4-FFF2-40B4-BE49-F238E27FC236}">
                <a16:creationId xmlns:a16="http://schemas.microsoft.com/office/drawing/2014/main" id="{A5C7DBC7-304E-2955-3477-5F8B1E0067B9}"/>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6323" name="Notes Placeholder 2">
            <a:extLst>
              <a:ext uri="{FF2B5EF4-FFF2-40B4-BE49-F238E27FC236}">
                <a16:creationId xmlns:a16="http://schemas.microsoft.com/office/drawing/2014/main" id="{F7D42007-96F1-4085-FAFB-3C1225A52851}"/>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56324" name="Slide Number Placeholder 3">
            <a:extLst>
              <a:ext uri="{FF2B5EF4-FFF2-40B4-BE49-F238E27FC236}">
                <a16:creationId xmlns:a16="http://schemas.microsoft.com/office/drawing/2014/main" id="{0F65BADB-55C9-0F58-B0EB-6F970777409C}"/>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fld id="{840BA286-2CB4-8C44-B707-AE90207847C9}" type="slidenum">
              <a:rPr lang="en-US" altLang="en-US"/>
              <a:pPr fontAlgn="base">
                <a:spcBef>
                  <a:spcPct val="0"/>
                </a:spcBef>
                <a:spcAft>
                  <a:spcPct val="0"/>
                </a:spcAft>
              </a:pPr>
              <a:t>6</a:t>
            </a:fld>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Image Placeholder 1">
            <a:extLst>
              <a:ext uri="{FF2B5EF4-FFF2-40B4-BE49-F238E27FC236}">
                <a16:creationId xmlns:a16="http://schemas.microsoft.com/office/drawing/2014/main" id="{4DE1A83B-EEDA-D1D0-3724-977FC43E28D4}"/>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3251" name="Notes Placeholder 2">
            <a:extLst>
              <a:ext uri="{FF2B5EF4-FFF2-40B4-BE49-F238E27FC236}">
                <a16:creationId xmlns:a16="http://schemas.microsoft.com/office/drawing/2014/main" id="{CD3A7941-0232-4053-B3D1-00D864992D5D}"/>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228600" indent="-228600">
              <a:buFontTx/>
              <a:buAutoNum type="arabicPeriod"/>
            </a:pPr>
            <a:r>
              <a:rPr lang="en-US" altLang="en-US"/>
              <a:t>Quote</a:t>
            </a:r>
          </a:p>
        </p:txBody>
      </p:sp>
      <p:sp>
        <p:nvSpPr>
          <p:cNvPr id="53252" name="Slide Number Placeholder 3">
            <a:extLst>
              <a:ext uri="{FF2B5EF4-FFF2-40B4-BE49-F238E27FC236}">
                <a16:creationId xmlns:a16="http://schemas.microsoft.com/office/drawing/2014/main" id="{8B7722B7-B749-2396-1056-0625492336A8}"/>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fld id="{9EE4A73B-2376-784C-9246-839A3B92B436}" type="slidenum">
              <a:rPr lang="en-US" altLang="en-US"/>
              <a:pPr fontAlgn="base">
                <a:spcBef>
                  <a:spcPct val="0"/>
                </a:spcBef>
                <a:spcAft>
                  <a:spcPct val="0"/>
                </a:spcAft>
              </a:pPr>
              <a:t>8</a:t>
            </a:fld>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B2A9DA42-D387-494B-AF3F-EFC33C61B38A}" type="slidenum">
              <a:rPr lang="en-US" smtClean="0"/>
              <a:pPr>
                <a:defRPr/>
              </a:pPr>
              <a:t>9</a:t>
            </a:fld>
            <a:endParaRPr lang="en-US"/>
          </a:p>
        </p:txBody>
      </p:sp>
    </p:spTree>
    <p:extLst>
      <p:ext uri="{BB962C8B-B14F-4D97-AF65-F5344CB8AC3E}">
        <p14:creationId xmlns:p14="http://schemas.microsoft.com/office/powerpoint/2010/main" val="34666973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Master" Target="../slideMasters/slideMaster1.xml"/><Relationship Id="rId4" Type="http://schemas.openxmlformats.org/officeDocument/2006/relationships/image" Target="../media/image13.jpeg"/></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jpe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3FB315-30C4-F54E-9480-8E382AD36DB0}"/>
              </a:ext>
            </a:extLst>
          </p:cNvPr>
          <p:cNvSpPr>
            <a:spLocks noGrp="1"/>
          </p:cNvSpPr>
          <p:nvPr>
            <p:ph type="title"/>
          </p:nvPr>
        </p:nvSpPr>
        <p:spPr>
          <a:xfrm>
            <a:off x="302683" y="228601"/>
            <a:ext cx="11584516" cy="521677"/>
          </a:xfrm>
          <a:prstGeom prst="rect">
            <a:avLst/>
          </a:prstGeom>
        </p:spPr>
        <p:txBody>
          <a:bodyPr lIns="0" rIns="0"/>
          <a:lstStyle>
            <a:lvl1pPr>
              <a:defRPr b="0" i="0">
                <a:cs typeface="Arial" panose="020B0604020202020204" pitchFamily="34" charset="0"/>
              </a:defRPr>
            </a:lvl1pPr>
          </a:lstStyle>
          <a:p>
            <a:r>
              <a:rPr lang="en-US"/>
              <a:t>Click to edit Master title style</a:t>
            </a:r>
          </a:p>
        </p:txBody>
      </p:sp>
      <p:sp>
        <p:nvSpPr>
          <p:cNvPr id="4" name="Text Placeholder 5">
            <a:extLst>
              <a:ext uri="{FF2B5EF4-FFF2-40B4-BE49-F238E27FC236}">
                <a16:creationId xmlns:a16="http://schemas.microsoft.com/office/drawing/2014/main" id="{B51DB1D1-A941-0045-BB38-67C2616FDC6D}"/>
              </a:ext>
            </a:extLst>
          </p:cNvPr>
          <p:cNvSpPr>
            <a:spLocks noGrp="1"/>
          </p:cNvSpPr>
          <p:nvPr>
            <p:ph type="body" sz="quarter" idx="11"/>
          </p:nvPr>
        </p:nvSpPr>
        <p:spPr>
          <a:xfrm>
            <a:off x="303213" y="1550988"/>
            <a:ext cx="11583987" cy="4114800"/>
          </a:xfrm>
          <a:prstGeom prst="rect">
            <a:avLst/>
          </a:prstGeom>
        </p:spPr>
        <p:txBody>
          <a:bodyPr lIns="0" rIns="0"/>
          <a:lstStyle>
            <a:lvl1pPr>
              <a:defRPr b="0" i="0">
                <a:solidFill>
                  <a:schemeClr val="tx1"/>
                </a:solidFill>
                <a:latin typeface="Arial" panose="020B0604020202020204" pitchFamily="34" charset="0"/>
                <a:ea typeface="Arial Regular" charset="0"/>
                <a:cs typeface="Arial" panose="020B0604020202020204" pitchFamily="34" charset="0"/>
              </a:defRPr>
            </a:lvl1pPr>
            <a:lvl2pPr>
              <a:defRPr b="0" i="0">
                <a:solidFill>
                  <a:schemeClr val="tx1"/>
                </a:solidFill>
                <a:latin typeface="Arial" panose="020B0604020202020204" pitchFamily="34" charset="0"/>
                <a:ea typeface="Arial Regular" charset="0"/>
                <a:cs typeface="Arial" panose="020B0604020202020204" pitchFamily="34" charset="0"/>
              </a:defRPr>
            </a:lvl2pPr>
            <a:lvl3pPr>
              <a:defRPr b="0" i="0">
                <a:solidFill>
                  <a:schemeClr val="tx1"/>
                </a:solidFill>
                <a:latin typeface="Arial" panose="020B0604020202020204" pitchFamily="34" charset="0"/>
                <a:ea typeface="Arial Regular" charset="0"/>
                <a:cs typeface="Arial" panose="020B0604020202020204" pitchFamily="34" charset="0"/>
              </a:defRPr>
            </a:lvl3pPr>
            <a:lvl4pPr>
              <a:defRPr b="0" i="0">
                <a:solidFill>
                  <a:schemeClr val="tx1"/>
                </a:solidFill>
                <a:latin typeface="Arial" panose="020B0604020202020204" pitchFamily="34" charset="0"/>
                <a:ea typeface="Arial Regular" charset="0"/>
                <a:cs typeface="Arial" panose="020B0604020202020204" pitchFamily="34" charset="0"/>
              </a:defRPr>
            </a:lvl4pPr>
            <a:lvl5pPr>
              <a:defRPr b="0" i="0">
                <a:solidFill>
                  <a:schemeClr val="tx1"/>
                </a:solidFill>
                <a:latin typeface="Arial" panose="020B0604020202020204" pitchFamily="34" charset="0"/>
                <a:ea typeface="Arial Regular"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135169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Key Message">
    <p:spTree>
      <p:nvGrpSpPr>
        <p:cNvPr id="1" name=""/>
        <p:cNvGrpSpPr/>
        <p:nvPr/>
      </p:nvGrpSpPr>
      <p:grpSpPr>
        <a:xfrm>
          <a:off x="0" y="0"/>
          <a:ext cx="0" cy="0"/>
          <a:chOff x="0" y="0"/>
          <a:chExt cx="0" cy="0"/>
        </a:xfrm>
      </p:grpSpPr>
      <p:sp>
        <p:nvSpPr>
          <p:cNvPr id="2" name="Title 1"/>
          <p:cNvSpPr>
            <a:spLocks noGrp="1"/>
          </p:cNvSpPr>
          <p:nvPr>
            <p:ph type="title"/>
          </p:nvPr>
        </p:nvSpPr>
        <p:spPr>
          <a:xfrm>
            <a:off x="302683" y="241301"/>
            <a:ext cx="11584516" cy="521677"/>
          </a:xfrm>
          <a:prstGeom prst="rect">
            <a:avLst/>
          </a:prstGeom>
        </p:spPr>
        <p:txBody>
          <a:bodyPr lIns="0" rIns="0"/>
          <a:lstStyle>
            <a:lvl1pPr>
              <a:defRPr sz="2800" b="0" i="0">
                <a:cs typeface="Arial" panose="020B0604020202020204" pitchFamily="34" charset="0"/>
              </a:defRPr>
            </a:lvl1pPr>
          </a:lstStyle>
          <a:p>
            <a:r>
              <a:rPr lang="en-US"/>
              <a:t>Click to edit Master title style</a:t>
            </a:r>
          </a:p>
        </p:txBody>
      </p:sp>
      <p:sp>
        <p:nvSpPr>
          <p:cNvPr id="3" name="Text Placeholder 14">
            <a:extLst>
              <a:ext uri="{FF2B5EF4-FFF2-40B4-BE49-F238E27FC236}">
                <a16:creationId xmlns:a16="http://schemas.microsoft.com/office/drawing/2014/main" id="{9A155005-778C-1A48-8609-19F76833D32A}"/>
              </a:ext>
            </a:extLst>
          </p:cNvPr>
          <p:cNvSpPr>
            <a:spLocks noGrp="1"/>
          </p:cNvSpPr>
          <p:nvPr>
            <p:ph type="body" sz="quarter" idx="10" hasCustomPrompt="1"/>
          </p:nvPr>
        </p:nvSpPr>
        <p:spPr>
          <a:xfrm>
            <a:off x="302683" y="800100"/>
            <a:ext cx="11657456" cy="533400"/>
          </a:xfrm>
          <a:prstGeom prst="rect">
            <a:avLst/>
          </a:prstGeom>
        </p:spPr>
        <p:txBody>
          <a:bodyPr lIns="0" rIns="0"/>
          <a:lstStyle>
            <a:lvl1pPr marL="0" indent="0">
              <a:lnSpc>
                <a:spcPts val="2000"/>
              </a:lnSpc>
              <a:spcBef>
                <a:spcPts val="0"/>
              </a:spcBef>
              <a:buNone/>
              <a:defRPr sz="1800" b="0" i="0">
                <a:solidFill>
                  <a:schemeClr val="tx1"/>
                </a:solidFill>
                <a:latin typeface="Arial" panose="020B0604020202020204" pitchFamily="34" charset="0"/>
                <a:ea typeface="Arial Regular" charset="0"/>
                <a:cs typeface="Arial" panose="020B0604020202020204" pitchFamily="34" charset="0"/>
              </a:defRPr>
            </a:lvl1pPr>
          </a:lstStyle>
          <a:p>
            <a:pPr lvl="0"/>
            <a:r>
              <a:rPr lang="en-US"/>
              <a:t>Subhead</a:t>
            </a:r>
          </a:p>
        </p:txBody>
      </p:sp>
    </p:spTree>
    <p:extLst>
      <p:ext uri="{BB962C8B-B14F-4D97-AF65-F5344CB8AC3E}">
        <p14:creationId xmlns:p14="http://schemas.microsoft.com/office/powerpoint/2010/main" val="3708461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3FB315-30C4-F54E-9480-8E382AD36DB0}"/>
              </a:ext>
            </a:extLst>
          </p:cNvPr>
          <p:cNvSpPr>
            <a:spLocks noGrp="1"/>
          </p:cNvSpPr>
          <p:nvPr>
            <p:ph type="title"/>
          </p:nvPr>
        </p:nvSpPr>
        <p:spPr>
          <a:xfrm>
            <a:off x="302683" y="228601"/>
            <a:ext cx="11584516" cy="521677"/>
          </a:xfrm>
          <a:prstGeom prst="rect">
            <a:avLst/>
          </a:prstGeom>
        </p:spPr>
        <p:txBody>
          <a:bodyPr lIns="0"/>
          <a:lstStyle>
            <a:lvl1pPr>
              <a:defRPr b="0" i="0">
                <a:cs typeface="Arial" panose="020B0604020202020204" pitchFamily="34" charset="0"/>
              </a:defRPr>
            </a:lvl1pPr>
          </a:lstStyle>
          <a:p>
            <a:r>
              <a:rPr lang="en-US"/>
              <a:t>Click to edit Master title style</a:t>
            </a:r>
          </a:p>
        </p:txBody>
      </p:sp>
    </p:spTree>
    <p:extLst>
      <p:ext uri="{BB962C8B-B14F-4D97-AF65-F5344CB8AC3E}">
        <p14:creationId xmlns:p14="http://schemas.microsoft.com/office/powerpoint/2010/main" val="1859264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529DB1-087F-3C44-AF97-9D6D7AD3FE0A}"/>
              </a:ext>
            </a:extLst>
          </p:cNvPr>
          <p:cNvSpPr>
            <a:spLocks noGrp="1"/>
          </p:cNvSpPr>
          <p:nvPr>
            <p:ph type="title" hasCustomPrompt="1"/>
          </p:nvPr>
        </p:nvSpPr>
        <p:spPr>
          <a:xfrm>
            <a:off x="302684" y="228601"/>
            <a:ext cx="5149322" cy="571499"/>
          </a:xfrm>
          <a:prstGeom prst="rect">
            <a:avLst/>
          </a:prstGeom>
        </p:spPr>
        <p:txBody>
          <a:bodyPr lIns="0"/>
          <a:lstStyle>
            <a:lvl1pPr>
              <a:defRPr sz="2800" b="0" i="0">
                <a:solidFill>
                  <a:schemeClr val="accent1"/>
                </a:solidFill>
                <a:latin typeface="Arial" panose="020B0604020202020204" pitchFamily="34" charset="0"/>
                <a:cs typeface="Arial" panose="020B0604020202020204" pitchFamily="34" charset="0"/>
              </a:defRPr>
            </a:lvl1pPr>
          </a:lstStyle>
          <a:p>
            <a:r>
              <a:rPr lang="en-US"/>
              <a:t>Click to add title</a:t>
            </a:r>
          </a:p>
        </p:txBody>
      </p:sp>
      <p:sp>
        <p:nvSpPr>
          <p:cNvPr id="11" name="Google Shape;55;p8">
            <a:extLst>
              <a:ext uri="{FF2B5EF4-FFF2-40B4-BE49-F238E27FC236}">
                <a16:creationId xmlns:a16="http://schemas.microsoft.com/office/drawing/2014/main" id="{814C3605-6B20-9E42-8932-E784C910F4D9}"/>
              </a:ext>
            </a:extLst>
          </p:cNvPr>
          <p:cNvSpPr txBox="1">
            <a:spLocks noGrp="1"/>
          </p:cNvSpPr>
          <p:nvPr>
            <p:ph type="body" idx="1"/>
          </p:nvPr>
        </p:nvSpPr>
        <p:spPr>
          <a:xfrm>
            <a:off x="303211" y="1006626"/>
            <a:ext cx="5149321" cy="5051274"/>
          </a:xfrm>
          <a:prstGeom prst="rect">
            <a:avLst/>
          </a:prstGeom>
        </p:spPr>
        <p:txBody>
          <a:bodyPr spcFirstLastPara="1" wrap="square" lIns="91425" tIns="91425" rIns="91425" bIns="91425" anchor="t" anchorCtr="0"/>
          <a:lstStyle>
            <a:lvl1pPr marL="173736" lvl="0" indent="-173736" rtl="0">
              <a:spcBef>
                <a:spcPts val="800"/>
              </a:spcBef>
              <a:spcAft>
                <a:spcPts val="0"/>
              </a:spcAft>
              <a:buSzPts val="1800"/>
              <a:buChar char="▪"/>
              <a:defRPr sz="2000" b="0" i="0">
                <a:solidFill>
                  <a:schemeClr val="tx1"/>
                </a:solidFill>
                <a:latin typeface="Arial" panose="020B0604020202020204" pitchFamily="34" charset="0"/>
                <a:ea typeface="Arial Regular" charset="0"/>
                <a:cs typeface="Arial" panose="020B0604020202020204" pitchFamily="34" charset="0"/>
              </a:defRPr>
            </a:lvl1pPr>
            <a:lvl2pPr marL="1219170" lvl="1" indent="-457189" rtl="0">
              <a:spcBef>
                <a:spcPts val="0"/>
              </a:spcBef>
              <a:spcAft>
                <a:spcPts val="0"/>
              </a:spcAft>
              <a:buSzPts val="1800"/>
              <a:buChar char="▫"/>
              <a:defRPr sz="2400"/>
            </a:lvl2pPr>
            <a:lvl3pPr marL="1828754" lvl="2" indent="-457189" rtl="0">
              <a:spcBef>
                <a:spcPts val="0"/>
              </a:spcBef>
              <a:spcAft>
                <a:spcPts val="0"/>
              </a:spcAft>
              <a:buSzPts val="1800"/>
              <a:buChar char="▫"/>
              <a:defRPr sz="2400"/>
            </a:lvl3pPr>
            <a:lvl4pPr marL="2438339" lvl="3" indent="-457189" rtl="0">
              <a:spcBef>
                <a:spcPts val="0"/>
              </a:spcBef>
              <a:spcAft>
                <a:spcPts val="0"/>
              </a:spcAft>
              <a:buSzPts val="1800"/>
              <a:buChar char="▫"/>
              <a:defRPr sz="2400"/>
            </a:lvl4pPr>
            <a:lvl5pPr marL="3047924" lvl="4" indent="-457189" rtl="0">
              <a:spcBef>
                <a:spcPts val="0"/>
              </a:spcBef>
              <a:spcAft>
                <a:spcPts val="0"/>
              </a:spcAft>
              <a:buSzPts val="1800"/>
              <a:buChar char="○"/>
              <a:defRPr sz="2400"/>
            </a:lvl5pPr>
            <a:lvl6pPr marL="3657509" lvl="5" indent="-457189" rtl="0">
              <a:spcBef>
                <a:spcPts val="0"/>
              </a:spcBef>
              <a:spcAft>
                <a:spcPts val="0"/>
              </a:spcAft>
              <a:buSzPts val="1800"/>
              <a:buChar char="■"/>
              <a:defRPr sz="2400"/>
            </a:lvl6pPr>
            <a:lvl7pPr marL="4267093" lvl="6" indent="-457189" rtl="0">
              <a:spcBef>
                <a:spcPts val="0"/>
              </a:spcBef>
              <a:spcAft>
                <a:spcPts val="0"/>
              </a:spcAft>
              <a:buSzPts val="1800"/>
              <a:buChar char="●"/>
              <a:defRPr sz="2400"/>
            </a:lvl7pPr>
            <a:lvl8pPr marL="4876678" lvl="7" indent="-457189" rtl="0">
              <a:spcBef>
                <a:spcPts val="0"/>
              </a:spcBef>
              <a:spcAft>
                <a:spcPts val="0"/>
              </a:spcAft>
              <a:buSzPts val="1800"/>
              <a:buChar char="○"/>
              <a:defRPr sz="2400"/>
            </a:lvl8pPr>
            <a:lvl9pPr marL="5486263" lvl="8" indent="-457189" rtl="0">
              <a:spcBef>
                <a:spcPts val="0"/>
              </a:spcBef>
              <a:spcAft>
                <a:spcPts val="0"/>
              </a:spcAft>
              <a:buSzPts val="1800"/>
              <a:buChar char="■"/>
              <a:defRPr sz="2400"/>
            </a:lvl9pPr>
          </a:lstStyle>
          <a:p>
            <a:pPr lvl="0"/>
            <a:r>
              <a:rPr lang="en-US"/>
              <a:t>Click to edit Master text styles</a:t>
            </a:r>
          </a:p>
        </p:txBody>
      </p:sp>
      <p:sp>
        <p:nvSpPr>
          <p:cNvPr id="4" name="Picture Placeholder 3">
            <a:extLst>
              <a:ext uri="{FF2B5EF4-FFF2-40B4-BE49-F238E27FC236}">
                <a16:creationId xmlns:a16="http://schemas.microsoft.com/office/drawing/2014/main" id="{9EBA7AD4-E64C-704A-AD72-8EFBBC24B56D}"/>
              </a:ext>
            </a:extLst>
          </p:cNvPr>
          <p:cNvSpPr>
            <a:spLocks noGrp="1"/>
          </p:cNvSpPr>
          <p:nvPr>
            <p:ph type="pic" sz="quarter" idx="10"/>
          </p:nvPr>
        </p:nvSpPr>
        <p:spPr>
          <a:xfrm>
            <a:off x="6096000" y="0"/>
            <a:ext cx="6096000" cy="6858000"/>
          </a:xfrm>
          <a:prstGeom prst="rect">
            <a:avLst/>
          </a:prstGeom>
          <a:blipFill>
            <a:blip r:embed="rId2" cstate="email">
              <a:extLst>
                <a:ext uri="{28A0092B-C50C-407E-A947-70E740481C1C}">
                  <a14:useLocalDpi xmlns:a14="http://schemas.microsoft.com/office/drawing/2010/main"/>
                </a:ext>
              </a:extLst>
            </a:blip>
            <a:srcRect/>
            <a:stretch>
              <a:fillRect/>
            </a:stretch>
          </a:blipFill>
        </p:spPr>
        <p:txBody>
          <a:bodyPr/>
          <a:lstStyle>
            <a:lvl1pPr marL="54864" indent="0">
              <a:buNone/>
              <a:defRPr b="0" i="0">
                <a:latin typeface="Arial" panose="020B0604020202020204" pitchFamily="34" charset="0"/>
                <a:ea typeface="Arial Regular" charset="0"/>
                <a:cs typeface="Arial" panose="020B0604020202020204" pitchFamily="34" charset="0"/>
              </a:defRPr>
            </a:lvl1pPr>
          </a:lstStyle>
          <a:p>
            <a:r>
              <a:rPr lang="en-US"/>
              <a:t>Click icon to add picture</a:t>
            </a:r>
          </a:p>
        </p:txBody>
      </p:sp>
    </p:spTree>
    <p:extLst>
      <p:ext uri="{BB962C8B-B14F-4D97-AF65-F5344CB8AC3E}">
        <p14:creationId xmlns:p14="http://schemas.microsoft.com/office/powerpoint/2010/main" val="19185649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Picture Lef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529DB1-087F-3C44-AF97-9D6D7AD3FE0A}"/>
              </a:ext>
            </a:extLst>
          </p:cNvPr>
          <p:cNvSpPr>
            <a:spLocks noGrp="1"/>
          </p:cNvSpPr>
          <p:nvPr>
            <p:ph type="title" hasCustomPrompt="1"/>
          </p:nvPr>
        </p:nvSpPr>
        <p:spPr>
          <a:xfrm>
            <a:off x="6400801" y="228601"/>
            <a:ext cx="5226098" cy="571499"/>
          </a:xfrm>
          <a:prstGeom prst="rect">
            <a:avLst/>
          </a:prstGeom>
        </p:spPr>
        <p:txBody>
          <a:bodyPr lIns="0"/>
          <a:lstStyle>
            <a:lvl1pPr>
              <a:defRPr sz="2800" b="0" i="0">
                <a:latin typeface="Arial" panose="020B0604020202020204" pitchFamily="34" charset="0"/>
                <a:cs typeface="Arial" panose="020B0604020202020204" pitchFamily="34" charset="0"/>
              </a:defRPr>
            </a:lvl1pPr>
          </a:lstStyle>
          <a:p>
            <a:r>
              <a:rPr lang="en-US"/>
              <a:t>Click to add title</a:t>
            </a:r>
          </a:p>
        </p:txBody>
      </p:sp>
      <p:sp>
        <p:nvSpPr>
          <p:cNvPr id="11" name="Google Shape;55;p8">
            <a:extLst>
              <a:ext uri="{FF2B5EF4-FFF2-40B4-BE49-F238E27FC236}">
                <a16:creationId xmlns:a16="http://schemas.microsoft.com/office/drawing/2014/main" id="{814C3605-6B20-9E42-8932-E784C910F4D9}"/>
              </a:ext>
            </a:extLst>
          </p:cNvPr>
          <p:cNvSpPr txBox="1">
            <a:spLocks noGrp="1"/>
          </p:cNvSpPr>
          <p:nvPr>
            <p:ph type="body" idx="1"/>
          </p:nvPr>
        </p:nvSpPr>
        <p:spPr>
          <a:xfrm>
            <a:off x="6401329" y="1006626"/>
            <a:ext cx="5226098" cy="5051274"/>
          </a:xfrm>
          <a:prstGeom prst="rect">
            <a:avLst/>
          </a:prstGeom>
        </p:spPr>
        <p:txBody>
          <a:bodyPr spcFirstLastPara="1" wrap="square" lIns="91425" tIns="91425" rIns="91425" bIns="91425" anchor="t" anchorCtr="0"/>
          <a:lstStyle>
            <a:lvl1pPr marL="173736" lvl="0" indent="-173736" rtl="0">
              <a:spcBef>
                <a:spcPts val="800"/>
              </a:spcBef>
              <a:spcAft>
                <a:spcPts val="0"/>
              </a:spcAft>
              <a:buSzPts val="1800"/>
              <a:buChar char="▪"/>
              <a:defRPr sz="2000" b="0" i="0">
                <a:solidFill>
                  <a:schemeClr val="tx1"/>
                </a:solidFill>
                <a:latin typeface="Arial" panose="020B0604020202020204" pitchFamily="34" charset="0"/>
                <a:ea typeface="Arial Regular" charset="0"/>
                <a:cs typeface="Arial" panose="020B0604020202020204" pitchFamily="34" charset="0"/>
              </a:defRPr>
            </a:lvl1pPr>
            <a:lvl2pPr marL="1219170" lvl="1" indent="-457189" rtl="0">
              <a:spcBef>
                <a:spcPts val="0"/>
              </a:spcBef>
              <a:spcAft>
                <a:spcPts val="0"/>
              </a:spcAft>
              <a:buSzPts val="1800"/>
              <a:buChar char="▫"/>
              <a:defRPr sz="2400"/>
            </a:lvl2pPr>
            <a:lvl3pPr marL="1828754" lvl="2" indent="-457189" rtl="0">
              <a:spcBef>
                <a:spcPts val="0"/>
              </a:spcBef>
              <a:spcAft>
                <a:spcPts val="0"/>
              </a:spcAft>
              <a:buSzPts val="1800"/>
              <a:buChar char="▫"/>
              <a:defRPr sz="2400"/>
            </a:lvl3pPr>
            <a:lvl4pPr marL="2438339" lvl="3" indent="-457189" rtl="0">
              <a:spcBef>
                <a:spcPts val="0"/>
              </a:spcBef>
              <a:spcAft>
                <a:spcPts val="0"/>
              </a:spcAft>
              <a:buSzPts val="1800"/>
              <a:buChar char="▫"/>
              <a:defRPr sz="2400"/>
            </a:lvl4pPr>
            <a:lvl5pPr marL="3047924" lvl="4" indent="-457189" rtl="0">
              <a:spcBef>
                <a:spcPts val="0"/>
              </a:spcBef>
              <a:spcAft>
                <a:spcPts val="0"/>
              </a:spcAft>
              <a:buSzPts val="1800"/>
              <a:buChar char="○"/>
              <a:defRPr sz="2400"/>
            </a:lvl5pPr>
            <a:lvl6pPr marL="3657509" lvl="5" indent="-457189" rtl="0">
              <a:spcBef>
                <a:spcPts val="0"/>
              </a:spcBef>
              <a:spcAft>
                <a:spcPts val="0"/>
              </a:spcAft>
              <a:buSzPts val="1800"/>
              <a:buChar char="■"/>
              <a:defRPr sz="2400"/>
            </a:lvl6pPr>
            <a:lvl7pPr marL="4267093" lvl="6" indent="-457189" rtl="0">
              <a:spcBef>
                <a:spcPts val="0"/>
              </a:spcBef>
              <a:spcAft>
                <a:spcPts val="0"/>
              </a:spcAft>
              <a:buSzPts val="1800"/>
              <a:buChar char="●"/>
              <a:defRPr sz="2400"/>
            </a:lvl7pPr>
            <a:lvl8pPr marL="4876678" lvl="7" indent="-457189" rtl="0">
              <a:spcBef>
                <a:spcPts val="0"/>
              </a:spcBef>
              <a:spcAft>
                <a:spcPts val="0"/>
              </a:spcAft>
              <a:buSzPts val="1800"/>
              <a:buChar char="○"/>
              <a:defRPr sz="2400"/>
            </a:lvl8pPr>
            <a:lvl9pPr marL="5486263" lvl="8" indent="-457189" rtl="0">
              <a:spcBef>
                <a:spcPts val="0"/>
              </a:spcBef>
              <a:spcAft>
                <a:spcPts val="0"/>
              </a:spcAft>
              <a:buSzPts val="1800"/>
              <a:buChar char="■"/>
              <a:defRPr sz="2400"/>
            </a:lvl9pPr>
          </a:lstStyle>
          <a:p>
            <a:pPr lvl="0"/>
            <a:r>
              <a:rPr lang="en-US"/>
              <a:t>Click to edit Master text styles</a:t>
            </a:r>
          </a:p>
        </p:txBody>
      </p:sp>
      <p:sp>
        <p:nvSpPr>
          <p:cNvPr id="4" name="Picture Placeholder 3">
            <a:extLst>
              <a:ext uri="{FF2B5EF4-FFF2-40B4-BE49-F238E27FC236}">
                <a16:creationId xmlns:a16="http://schemas.microsoft.com/office/drawing/2014/main" id="{9EBA7AD4-E64C-704A-AD72-8EFBBC24B56D}"/>
              </a:ext>
            </a:extLst>
          </p:cNvPr>
          <p:cNvSpPr>
            <a:spLocks noGrp="1"/>
          </p:cNvSpPr>
          <p:nvPr>
            <p:ph type="pic" sz="quarter" idx="10"/>
          </p:nvPr>
        </p:nvSpPr>
        <p:spPr>
          <a:xfrm>
            <a:off x="0" y="0"/>
            <a:ext cx="6096000" cy="6858000"/>
          </a:xfrm>
          <a:prstGeom prst="rect">
            <a:avLst/>
          </a:prstGeom>
          <a:blipFill>
            <a:blip r:embed="rId2" cstate="email">
              <a:extLst>
                <a:ext uri="{28A0092B-C50C-407E-A947-70E740481C1C}">
                  <a14:useLocalDpi xmlns:a14="http://schemas.microsoft.com/office/drawing/2010/main"/>
                </a:ext>
              </a:extLst>
            </a:blip>
            <a:srcRect/>
            <a:stretch>
              <a:fillRect/>
            </a:stretch>
          </a:blipFill>
        </p:spPr>
        <p:txBody>
          <a:bodyPr/>
          <a:lstStyle>
            <a:lvl1pPr marL="54864" indent="0">
              <a:buNone/>
              <a:defRPr b="0" i="0">
                <a:solidFill>
                  <a:schemeClr val="bg1"/>
                </a:solidFill>
                <a:latin typeface="Arial" panose="020B0604020202020204" pitchFamily="34" charset="0"/>
                <a:ea typeface="Arial Regular" charset="0"/>
                <a:cs typeface="Arial" panose="020B0604020202020204" pitchFamily="34" charset="0"/>
              </a:defRPr>
            </a:lvl1pPr>
          </a:lstStyle>
          <a:p>
            <a:r>
              <a:rPr lang="en-US"/>
              <a:t>Click icon to add picture</a:t>
            </a:r>
          </a:p>
        </p:txBody>
      </p:sp>
    </p:spTree>
    <p:extLst>
      <p:ext uri="{BB962C8B-B14F-4D97-AF65-F5344CB8AC3E}">
        <p14:creationId xmlns:p14="http://schemas.microsoft.com/office/powerpoint/2010/main" val="33025717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02683" y="228601"/>
            <a:ext cx="11584516" cy="521677"/>
          </a:xfrm>
          <a:prstGeom prst="rect">
            <a:avLst/>
          </a:prstGeom>
        </p:spPr>
        <p:txBody>
          <a:bodyPr lIns="0"/>
          <a:lstStyle>
            <a:lvl1pPr>
              <a:defRPr b="0">
                <a:latin typeface="Arial" panose="020B0604020202020204" pitchFamily="34" charset="0"/>
                <a:cs typeface="Arial" panose="020B0604020202020204" pitchFamily="34" charset="0"/>
              </a:defRPr>
            </a:lvl1pPr>
          </a:lstStyle>
          <a:p>
            <a:r>
              <a:rPr lang="en-US"/>
              <a:t>Click to edit Master title style</a:t>
            </a:r>
          </a:p>
        </p:txBody>
      </p:sp>
      <p:sp>
        <p:nvSpPr>
          <p:cNvPr id="3" name="Content Placeholder 2"/>
          <p:cNvSpPr>
            <a:spLocks noGrp="1"/>
          </p:cNvSpPr>
          <p:nvPr>
            <p:ph sz="half" idx="1"/>
          </p:nvPr>
        </p:nvSpPr>
        <p:spPr>
          <a:xfrm>
            <a:off x="5127813" y="1303339"/>
            <a:ext cx="6992471" cy="4632241"/>
          </a:xfrm>
          <a:prstGeom prst="rect">
            <a:avLst/>
          </a:prstGeom>
        </p:spPr>
        <p:txBody>
          <a:bodyPr/>
          <a:lstStyle>
            <a:lvl1pPr>
              <a:defRPr sz="1800" b="0" i="0">
                <a:solidFill>
                  <a:schemeClr val="tx1"/>
                </a:solidFill>
                <a:latin typeface="Arial" panose="020B0604020202020204" pitchFamily="34" charset="0"/>
                <a:ea typeface="Arial Regular" charset="0"/>
                <a:cs typeface="Arial" panose="020B0604020202020204" pitchFamily="34" charset="0"/>
              </a:defRPr>
            </a:lvl1pPr>
            <a:lvl2pPr>
              <a:defRPr sz="1800" b="0" i="0">
                <a:solidFill>
                  <a:schemeClr val="tx1"/>
                </a:solidFill>
                <a:latin typeface="Arial" panose="020B0604020202020204" pitchFamily="34" charset="0"/>
                <a:ea typeface="Arial Regular" charset="0"/>
                <a:cs typeface="Arial" panose="020B0604020202020204" pitchFamily="34" charset="0"/>
              </a:defRPr>
            </a:lvl2pPr>
            <a:lvl3pPr>
              <a:defRPr sz="1800" b="0" i="0">
                <a:solidFill>
                  <a:schemeClr val="tx1"/>
                </a:solidFill>
                <a:latin typeface="Arial" panose="020B0604020202020204" pitchFamily="34" charset="0"/>
                <a:ea typeface="Arial Regular" charset="0"/>
                <a:cs typeface="Arial" panose="020B0604020202020204" pitchFamily="34" charset="0"/>
              </a:defRPr>
            </a:lvl3pPr>
            <a:lvl4pPr>
              <a:defRPr sz="1800" b="0" i="0">
                <a:solidFill>
                  <a:schemeClr val="tx1"/>
                </a:solidFill>
                <a:latin typeface="Arial" panose="020B0604020202020204" pitchFamily="34" charset="0"/>
                <a:ea typeface="Arial Regular" charset="0"/>
                <a:cs typeface="Arial" panose="020B0604020202020204" pitchFamily="34" charset="0"/>
              </a:defRPr>
            </a:lvl4pPr>
            <a:lvl5pPr>
              <a:defRPr sz="1800" b="0" i="0">
                <a:solidFill>
                  <a:schemeClr val="tx1"/>
                </a:solidFill>
                <a:latin typeface="Arial" panose="020B0604020202020204" pitchFamily="34" charset="0"/>
                <a:ea typeface="Arial Regular" charset="0"/>
                <a:cs typeface="Arial" panose="020B0604020202020204"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02683" y="1303339"/>
            <a:ext cx="4430682" cy="4632241"/>
          </a:xfrm>
          <a:prstGeom prst="rect">
            <a:avLst/>
          </a:prstGeom>
        </p:spPr>
        <p:txBody>
          <a:bodyPr/>
          <a:lstStyle>
            <a:lvl1pPr>
              <a:defRPr sz="1800" b="0" i="0">
                <a:solidFill>
                  <a:schemeClr val="tx1"/>
                </a:solidFill>
                <a:latin typeface="Arial" panose="020B0604020202020204" pitchFamily="34" charset="0"/>
                <a:ea typeface="Arial Regular" charset="0"/>
                <a:cs typeface="Arial" panose="020B0604020202020204" pitchFamily="34" charset="0"/>
              </a:defRPr>
            </a:lvl1pPr>
            <a:lvl2pPr>
              <a:defRPr sz="1800" b="0" i="0">
                <a:solidFill>
                  <a:schemeClr val="tx1"/>
                </a:solidFill>
                <a:latin typeface="Arial" panose="020B0604020202020204" pitchFamily="34" charset="0"/>
                <a:ea typeface="Arial Regular" charset="0"/>
                <a:cs typeface="Arial" panose="020B0604020202020204" pitchFamily="34" charset="0"/>
              </a:defRPr>
            </a:lvl2pPr>
            <a:lvl3pPr>
              <a:defRPr sz="1800" b="0" i="0">
                <a:solidFill>
                  <a:schemeClr val="tx1"/>
                </a:solidFill>
                <a:latin typeface="Arial" panose="020B0604020202020204" pitchFamily="34" charset="0"/>
                <a:ea typeface="Arial Regular" charset="0"/>
                <a:cs typeface="Arial" panose="020B0604020202020204" pitchFamily="34" charset="0"/>
              </a:defRPr>
            </a:lvl3pPr>
            <a:lvl4pPr>
              <a:defRPr sz="1800" b="0" i="0">
                <a:solidFill>
                  <a:schemeClr val="tx1"/>
                </a:solidFill>
                <a:latin typeface="Arial" panose="020B0604020202020204" pitchFamily="34" charset="0"/>
                <a:ea typeface="Arial Regular" charset="0"/>
                <a:cs typeface="Arial" panose="020B0604020202020204" pitchFamily="34" charset="0"/>
              </a:defRPr>
            </a:lvl4pPr>
            <a:lvl5pPr>
              <a:defRPr sz="1800" b="0" i="0">
                <a:solidFill>
                  <a:schemeClr val="tx1"/>
                </a:solidFill>
                <a:latin typeface="Arial" panose="020B0604020202020204" pitchFamily="34" charset="0"/>
                <a:ea typeface="Arial Regular" charset="0"/>
                <a:cs typeface="Arial" panose="020B0604020202020204"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319216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sp>
        <p:nvSpPr>
          <p:cNvPr id="22" name="Moon 21">
            <a:extLst>
              <a:ext uri="{FF2B5EF4-FFF2-40B4-BE49-F238E27FC236}">
                <a16:creationId xmlns:a16="http://schemas.microsoft.com/office/drawing/2014/main" id="{37232266-B91E-AC43-B7D4-7F6B0BB04BCB}"/>
              </a:ext>
            </a:extLst>
          </p:cNvPr>
          <p:cNvSpPr/>
          <p:nvPr userDrawn="1"/>
        </p:nvSpPr>
        <p:spPr>
          <a:xfrm>
            <a:off x="4675263" y="-766361"/>
            <a:ext cx="3094460" cy="8283810"/>
          </a:xfrm>
          <a:prstGeom prst="moon">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rial" panose="020B0604020202020204" pitchFamily="34" charset="0"/>
            </a:endParaRPr>
          </a:p>
        </p:txBody>
      </p:sp>
      <p:pic>
        <p:nvPicPr>
          <p:cNvPr id="23" name="Picture 22">
            <a:extLst>
              <a:ext uri="{FF2B5EF4-FFF2-40B4-BE49-F238E27FC236}">
                <a16:creationId xmlns:a16="http://schemas.microsoft.com/office/drawing/2014/main" id="{A62000F8-4862-A348-8641-2E8B1C31BE6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7063914" y="1"/>
            <a:ext cx="5170361" cy="6881446"/>
          </a:xfrm>
          <a:prstGeom prst="rect">
            <a:avLst/>
          </a:prstGeom>
        </p:spPr>
      </p:pic>
      <p:pic>
        <p:nvPicPr>
          <p:cNvPr id="13" name="Picture 12" descr="A close up of a screen&#10;&#10;Description automatically generated">
            <a:extLst>
              <a:ext uri="{FF2B5EF4-FFF2-40B4-BE49-F238E27FC236}">
                <a16:creationId xmlns:a16="http://schemas.microsoft.com/office/drawing/2014/main" id="{168B0C5D-D13E-9044-9469-1F5A0B0AFE4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511725" y="1020652"/>
            <a:ext cx="2440516" cy="337480"/>
          </a:xfrm>
          <a:prstGeom prst="rect">
            <a:avLst/>
          </a:prstGeom>
        </p:spPr>
      </p:pic>
      <p:sp>
        <p:nvSpPr>
          <p:cNvPr id="16" name="Text Placeholder 2">
            <a:extLst>
              <a:ext uri="{FF2B5EF4-FFF2-40B4-BE49-F238E27FC236}">
                <a16:creationId xmlns:a16="http://schemas.microsoft.com/office/drawing/2014/main" id="{4864BC09-F40C-A842-B0A2-3AE7087878C6}"/>
              </a:ext>
            </a:extLst>
          </p:cNvPr>
          <p:cNvSpPr>
            <a:spLocks noGrp="1"/>
          </p:cNvSpPr>
          <p:nvPr>
            <p:ph type="body" idx="10" hasCustomPrompt="1"/>
          </p:nvPr>
        </p:nvSpPr>
        <p:spPr>
          <a:xfrm>
            <a:off x="538160" y="3168217"/>
            <a:ext cx="11582400" cy="518266"/>
          </a:xfrm>
          <a:prstGeom prst="rect">
            <a:avLst/>
          </a:prstGeom>
        </p:spPr>
        <p:txBody>
          <a:bodyPr lIns="0"/>
          <a:lstStyle>
            <a:lvl1pPr marL="0" indent="0" algn="l">
              <a:buNone/>
              <a:defRPr sz="1800" b="0" i="0">
                <a:solidFill>
                  <a:schemeClr val="tx1"/>
                </a:solidFill>
                <a:latin typeface="Arial" panose="020B0604020202020204" pitchFamily="34" charset="0"/>
                <a:ea typeface="Arial Regular" charset="0"/>
                <a:cs typeface="Arial" panose="020B0604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Presenter name (s)</a:t>
            </a:r>
          </a:p>
        </p:txBody>
      </p:sp>
      <p:cxnSp>
        <p:nvCxnSpPr>
          <p:cNvPr id="10" name="Straight Connector 9">
            <a:extLst>
              <a:ext uri="{FF2B5EF4-FFF2-40B4-BE49-F238E27FC236}">
                <a16:creationId xmlns:a16="http://schemas.microsoft.com/office/drawing/2014/main" id="{812DC318-C68C-8342-BE7A-B72098388BCC}"/>
              </a:ext>
            </a:extLst>
          </p:cNvPr>
          <p:cNvCxnSpPr/>
          <p:nvPr userDrawn="1"/>
        </p:nvCxnSpPr>
        <p:spPr>
          <a:xfrm>
            <a:off x="536044" y="2909484"/>
            <a:ext cx="693174" cy="0"/>
          </a:xfrm>
          <a:prstGeom prst="line">
            <a:avLst/>
          </a:prstGeom>
          <a:ln w="47625">
            <a:solidFill>
              <a:schemeClr val="accent3"/>
            </a:solidFill>
          </a:ln>
        </p:spPr>
        <p:style>
          <a:lnRef idx="1">
            <a:schemeClr val="accent1"/>
          </a:lnRef>
          <a:fillRef idx="0">
            <a:schemeClr val="accent1"/>
          </a:fillRef>
          <a:effectRef idx="0">
            <a:schemeClr val="accent1"/>
          </a:effectRef>
          <a:fontRef idx="minor">
            <a:schemeClr val="tx1"/>
          </a:fontRef>
        </p:style>
      </p:cxnSp>
      <p:sp>
        <p:nvSpPr>
          <p:cNvPr id="15" name="Title 1">
            <a:extLst>
              <a:ext uri="{FF2B5EF4-FFF2-40B4-BE49-F238E27FC236}">
                <a16:creationId xmlns:a16="http://schemas.microsoft.com/office/drawing/2014/main" id="{94E3A48F-8392-4B45-B5EB-1E630E175E01}"/>
              </a:ext>
            </a:extLst>
          </p:cNvPr>
          <p:cNvSpPr>
            <a:spLocks noGrp="1"/>
          </p:cNvSpPr>
          <p:nvPr>
            <p:ph type="ctrTitle" hasCustomPrompt="1"/>
          </p:nvPr>
        </p:nvSpPr>
        <p:spPr>
          <a:xfrm>
            <a:off x="536044" y="2263618"/>
            <a:ext cx="11584516" cy="656503"/>
          </a:xfrm>
          <a:prstGeom prst="rect">
            <a:avLst/>
          </a:prstGeom>
        </p:spPr>
        <p:txBody>
          <a:bodyPr lIns="0" anchor="t" anchorCtr="0">
            <a:noAutofit/>
          </a:bodyPr>
          <a:lstStyle>
            <a:lvl1pPr algn="l">
              <a:defRPr sz="3200" b="0" i="0">
                <a:solidFill>
                  <a:schemeClr val="accent1"/>
                </a:solidFill>
                <a:latin typeface="Arial" panose="020B0604020202020204" pitchFamily="34" charset="0"/>
                <a:cs typeface="Arial" panose="020B0604020202020204" pitchFamily="34" charset="0"/>
              </a:defRPr>
            </a:lvl1pPr>
          </a:lstStyle>
          <a:p>
            <a:r>
              <a:rPr lang="en-US"/>
              <a:t>Click to edit master title style</a:t>
            </a:r>
          </a:p>
        </p:txBody>
      </p:sp>
      <p:sp>
        <p:nvSpPr>
          <p:cNvPr id="4" name="Text Placeholder 3">
            <a:extLst>
              <a:ext uri="{FF2B5EF4-FFF2-40B4-BE49-F238E27FC236}">
                <a16:creationId xmlns:a16="http://schemas.microsoft.com/office/drawing/2014/main" id="{1F0860AC-0CFA-2649-8D9F-F0155E606EDB}"/>
              </a:ext>
            </a:extLst>
          </p:cNvPr>
          <p:cNvSpPr>
            <a:spLocks noGrp="1"/>
          </p:cNvSpPr>
          <p:nvPr>
            <p:ph type="body" sz="quarter" idx="11" hasCustomPrompt="1"/>
          </p:nvPr>
        </p:nvSpPr>
        <p:spPr>
          <a:xfrm>
            <a:off x="533400" y="5593812"/>
            <a:ext cx="2835275" cy="463550"/>
          </a:xfrm>
          <a:prstGeom prst="rect">
            <a:avLst/>
          </a:prstGeom>
        </p:spPr>
        <p:txBody>
          <a:bodyPr lIns="0"/>
          <a:lstStyle>
            <a:lvl1pPr marL="54864" indent="0">
              <a:buNone/>
              <a:defRPr sz="2000" b="0" i="0">
                <a:solidFill>
                  <a:schemeClr val="accent1"/>
                </a:solidFill>
                <a:ea typeface="Arial Regular" charset="0"/>
              </a:defRPr>
            </a:lvl1pPr>
          </a:lstStyle>
          <a:p>
            <a:pPr lvl="0"/>
            <a:r>
              <a:rPr lang="en-US"/>
              <a:t>MONTH YEAR</a:t>
            </a:r>
          </a:p>
        </p:txBody>
      </p:sp>
      <p:sp>
        <p:nvSpPr>
          <p:cNvPr id="3" name="TextBox 2">
            <a:extLst>
              <a:ext uri="{FF2B5EF4-FFF2-40B4-BE49-F238E27FC236}">
                <a16:creationId xmlns:a16="http://schemas.microsoft.com/office/drawing/2014/main" id="{1C68287D-F18F-A57D-BDDF-65A38F727C17}"/>
              </a:ext>
            </a:extLst>
          </p:cNvPr>
          <p:cNvSpPr txBox="1"/>
          <p:nvPr userDrawn="1"/>
        </p:nvSpPr>
        <p:spPr>
          <a:xfrm>
            <a:off x="533400" y="6340868"/>
            <a:ext cx="7436845" cy="348300"/>
          </a:xfrm>
          <a:prstGeom prst="rect">
            <a:avLst/>
          </a:prstGeom>
          <a:noFill/>
        </p:spPr>
        <p:txBody>
          <a:bodyPr wrap="square" lIns="0" tIns="0" rIns="0" bIns="0">
            <a:spAutoFit/>
          </a:bodyPr>
          <a:lstStyle/>
          <a:p>
            <a:pPr eaLnBrk="0" fontAlgn="auto" hangingPunct="0">
              <a:lnSpc>
                <a:spcPts val="700"/>
              </a:lnSpc>
              <a:spcBef>
                <a:spcPct val="15000"/>
              </a:spcBef>
              <a:spcAft>
                <a:spcPts val="0"/>
              </a:spcAft>
              <a:defRPr/>
            </a:pPr>
            <a:r>
              <a:rPr lang="en-US" sz="600" b="0" i="0">
                <a:solidFill>
                  <a:schemeClr val="bg1">
                    <a:lumMod val="65000"/>
                  </a:schemeClr>
                </a:solidFill>
                <a:latin typeface="Arial" panose="020B0604020202020204" pitchFamily="34" charset="0"/>
                <a:cs typeface="Arial" panose="020B0604020202020204" pitchFamily="34" charset="0"/>
              </a:rPr>
              <a:t>NOTICE:  PROPRIETARY AND CONFIDENTIAL</a:t>
            </a:r>
          </a:p>
          <a:p>
            <a:pPr eaLnBrk="0" fontAlgn="auto" hangingPunct="0">
              <a:lnSpc>
                <a:spcPts val="900"/>
              </a:lnSpc>
              <a:spcBef>
                <a:spcPct val="30000"/>
              </a:spcBef>
              <a:spcAft>
                <a:spcPts val="0"/>
              </a:spcAft>
              <a:defRPr/>
            </a:pPr>
            <a:r>
              <a:rPr lang="en-US" sz="600" b="0" i="0">
                <a:solidFill>
                  <a:schemeClr val="bg1">
                    <a:lumMod val="65000"/>
                  </a:schemeClr>
                </a:solidFill>
                <a:latin typeface="Arial" panose="020B0604020202020204" pitchFamily="34" charset="0"/>
                <a:cs typeface="Arial" panose="020B0604020202020204" pitchFamily="34" charset="0"/>
              </a:rPr>
              <a:t>This material is proprietary to and contains trade secrets and information which is solely the property of Centric Consulting, LLC. It is solely for the Client’s internal use and shall not be used, reproduced, copied, disclosed, transmitted, in whole or in part, without the express consent of Centric Consulting, LLC.  © </a:t>
            </a:r>
            <a:fld id="{40FD12BC-66EA-904F-8726-58FCE1B297DB}" type="datetimeyyyy">
              <a:rPr lang="en-US" sz="600" b="0" i="0" smtClean="0">
                <a:solidFill>
                  <a:schemeClr val="bg1">
                    <a:lumMod val="65000"/>
                  </a:schemeClr>
                </a:solidFill>
                <a:latin typeface="Arial" panose="020B0604020202020204" pitchFamily="34" charset="0"/>
                <a:cs typeface="Arial" panose="020B0604020202020204" pitchFamily="34" charset="0"/>
              </a:rPr>
              <a:t>2026</a:t>
            </a:fld>
            <a:r>
              <a:rPr lang="en-US" sz="600" b="0" i="0">
                <a:solidFill>
                  <a:schemeClr val="bg1">
                    <a:lumMod val="65000"/>
                  </a:schemeClr>
                </a:solidFill>
                <a:latin typeface="Arial" panose="020B0604020202020204" pitchFamily="34" charset="0"/>
                <a:cs typeface="Arial" panose="020B0604020202020204" pitchFamily="34" charset="0"/>
              </a:rPr>
              <a:t> Centric Consulting, LLC. All rights reserved. </a:t>
            </a:r>
            <a:endParaRPr lang="en-US" sz="800" b="0" i="0">
              <a:solidFill>
                <a:schemeClr val="bg1">
                  <a:lumMod val="65000"/>
                </a:schemeClr>
              </a:solidFill>
              <a:latin typeface="Arial" panose="020B0604020202020204" pitchFamily="34" charset="0"/>
            </a:endParaRPr>
          </a:p>
        </p:txBody>
      </p:sp>
    </p:spTree>
    <p:extLst>
      <p:ext uri="{BB962C8B-B14F-4D97-AF65-F5344CB8AC3E}">
        <p14:creationId xmlns:p14="http://schemas.microsoft.com/office/powerpoint/2010/main" val="6764041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right)">
                                      <p:cBhvr>
                                        <p:cTn id="7" dur="500"/>
                                        <p:tgtEl>
                                          <p:spTgt spid="10"/>
                                        </p:tgtEl>
                                      </p:cBhvr>
                                    </p:animEffect>
                                  </p:childTnLst>
                                </p:cTn>
                              </p:par>
                              <p:par>
                                <p:cTn id="8" presetID="42" presetClass="entr" presetSubtype="0" fill="hold" grpId="0"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fade">
                                      <p:cBhvr>
                                        <p:cTn id="10" dur="1000"/>
                                        <p:tgtEl>
                                          <p:spTgt spid="22"/>
                                        </p:tgtEl>
                                      </p:cBhvr>
                                    </p:animEffect>
                                    <p:anim calcmode="lin" valueType="num">
                                      <p:cBhvr>
                                        <p:cTn id="11" dur="1000" fill="hold"/>
                                        <p:tgtEl>
                                          <p:spTgt spid="22"/>
                                        </p:tgtEl>
                                        <p:attrNameLst>
                                          <p:attrName>ppt_x</p:attrName>
                                        </p:attrNameLst>
                                      </p:cBhvr>
                                      <p:tavLst>
                                        <p:tav tm="0">
                                          <p:val>
                                            <p:strVal val="#ppt_x"/>
                                          </p:val>
                                        </p:tav>
                                        <p:tav tm="100000">
                                          <p:val>
                                            <p:strVal val="#ppt_x"/>
                                          </p:val>
                                        </p:tav>
                                      </p:tavLst>
                                    </p:anim>
                                    <p:anim calcmode="lin" valueType="num">
                                      <p:cBhvr>
                                        <p:cTn id="12" dur="1000" fill="hold"/>
                                        <p:tgtEl>
                                          <p:spTgt spid="22"/>
                                        </p:tgtEl>
                                        <p:attrNameLst>
                                          <p:attrName>ppt_y</p:attrName>
                                        </p:attrNameLst>
                                      </p:cBhvr>
                                      <p:tavLst>
                                        <p:tav tm="0">
                                          <p:val>
                                            <p:strVal val="#ppt_y+.1"/>
                                          </p:val>
                                        </p:tav>
                                        <p:tav tm="100000">
                                          <p:val>
                                            <p:strVal val="#ppt_y"/>
                                          </p:val>
                                        </p:tav>
                                      </p:tavLst>
                                    </p:anim>
                                  </p:childTnLst>
                                </p:cTn>
                              </p:par>
                            </p:childTnLst>
                          </p:cTn>
                        </p:par>
                        <p:par>
                          <p:cTn id="13" fill="hold">
                            <p:stCondLst>
                              <p:cond delay="1000"/>
                            </p:stCondLst>
                            <p:childTnLst>
                              <p:par>
                                <p:cTn id="14" presetID="10" presetClass="entr" presetSubtype="0" fill="hold" nodeType="afterEffect">
                                  <p:stCondLst>
                                    <p:cond delay="0"/>
                                  </p:stCondLst>
                                  <p:childTnLst>
                                    <p:set>
                                      <p:cBhvr>
                                        <p:cTn id="15" dur="1" fill="hold">
                                          <p:stCondLst>
                                            <p:cond delay="0"/>
                                          </p:stCondLst>
                                        </p:cTn>
                                        <p:tgtEl>
                                          <p:spTgt spid="23"/>
                                        </p:tgtEl>
                                        <p:attrNameLst>
                                          <p:attrName>style.visibility</p:attrName>
                                        </p:attrNameLst>
                                      </p:cBhvr>
                                      <p:to>
                                        <p:strVal val="visible"/>
                                      </p:to>
                                    </p:set>
                                    <p:animEffect transition="in" filter="fade">
                                      <p:cBhvr>
                                        <p:cTn id="16" dur="10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Lst>
  </p:timing>
  <p:extLst>
    <p:ext uri="{DCECCB84-F9BA-43D5-87BE-67443E8EF086}">
      <p15:sldGuideLst xmlns:p15="http://schemas.microsoft.com/office/powerpoint/2012/main">
        <p15:guide id="1" pos="336">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2_Title Slide">
    <p:spTree>
      <p:nvGrpSpPr>
        <p:cNvPr id="1" name=""/>
        <p:cNvGrpSpPr/>
        <p:nvPr/>
      </p:nvGrpSpPr>
      <p:grpSpPr>
        <a:xfrm>
          <a:off x="0" y="0"/>
          <a:ext cx="0" cy="0"/>
          <a:chOff x="0" y="0"/>
          <a:chExt cx="0" cy="0"/>
        </a:xfrm>
      </p:grpSpPr>
      <p:sp>
        <p:nvSpPr>
          <p:cNvPr id="22" name="Moon 21">
            <a:extLst>
              <a:ext uri="{FF2B5EF4-FFF2-40B4-BE49-F238E27FC236}">
                <a16:creationId xmlns:a16="http://schemas.microsoft.com/office/drawing/2014/main" id="{37232266-B91E-AC43-B7D4-7F6B0BB04BCB}"/>
              </a:ext>
            </a:extLst>
          </p:cNvPr>
          <p:cNvSpPr/>
          <p:nvPr userDrawn="1"/>
        </p:nvSpPr>
        <p:spPr>
          <a:xfrm>
            <a:off x="4675263" y="-766361"/>
            <a:ext cx="3094460" cy="8283810"/>
          </a:xfrm>
          <a:prstGeom prst="moon">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rial" panose="020B0604020202020204" pitchFamily="34" charset="0"/>
            </a:endParaRPr>
          </a:p>
        </p:txBody>
      </p:sp>
      <p:sp>
        <p:nvSpPr>
          <p:cNvPr id="16" name="Text Placeholder 2">
            <a:extLst>
              <a:ext uri="{FF2B5EF4-FFF2-40B4-BE49-F238E27FC236}">
                <a16:creationId xmlns:a16="http://schemas.microsoft.com/office/drawing/2014/main" id="{4864BC09-F40C-A842-B0A2-3AE7087878C6}"/>
              </a:ext>
            </a:extLst>
          </p:cNvPr>
          <p:cNvSpPr>
            <a:spLocks noGrp="1"/>
          </p:cNvSpPr>
          <p:nvPr>
            <p:ph type="body" idx="10" hasCustomPrompt="1"/>
          </p:nvPr>
        </p:nvSpPr>
        <p:spPr>
          <a:xfrm>
            <a:off x="523170" y="3168217"/>
            <a:ext cx="11582400" cy="518266"/>
          </a:xfrm>
          <a:prstGeom prst="rect">
            <a:avLst/>
          </a:prstGeom>
        </p:spPr>
        <p:txBody>
          <a:bodyPr lIns="0" rIns="0"/>
          <a:lstStyle>
            <a:lvl1pPr marL="0" indent="0" algn="l">
              <a:buNone/>
              <a:defRPr sz="1800" b="0" i="0">
                <a:solidFill>
                  <a:schemeClr val="tx1"/>
                </a:solidFill>
                <a:latin typeface="Arial" panose="020B0604020202020204" pitchFamily="34" charset="0"/>
                <a:ea typeface="Arial Regular" charset="0"/>
                <a:cs typeface="Arial" panose="020B0604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Presenter name (s)</a:t>
            </a:r>
          </a:p>
        </p:txBody>
      </p:sp>
      <p:cxnSp>
        <p:nvCxnSpPr>
          <p:cNvPr id="10" name="Straight Connector 9">
            <a:extLst>
              <a:ext uri="{FF2B5EF4-FFF2-40B4-BE49-F238E27FC236}">
                <a16:creationId xmlns:a16="http://schemas.microsoft.com/office/drawing/2014/main" id="{812DC318-C68C-8342-BE7A-B72098388BCC}"/>
              </a:ext>
            </a:extLst>
          </p:cNvPr>
          <p:cNvCxnSpPr/>
          <p:nvPr userDrawn="1"/>
        </p:nvCxnSpPr>
        <p:spPr>
          <a:xfrm>
            <a:off x="536044" y="2909484"/>
            <a:ext cx="693174" cy="0"/>
          </a:xfrm>
          <a:prstGeom prst="line">
            <a:avLst/>
          </a:prstGeom>
          <a:ln w="47625">
            <a:solidFill>
              <a:schemeClr val="accent3"/>
            </a:solidFill>
          </a:ln>
        </p:spPr>
        <p:style>
          <a:lnRef idx="1">
            <a:schemeClr val="accent1"/>
          </a:lnRef>
          <a:fillRef idx="0">
            <a:schemeClr val="accent1"/>
          </a:fillRef>
          <a:effectRef idx="0">
            <a:schemeClr val="accent1"/>
          </a:effectRef>
          <a:fontRef idx="minor">
            <a:schemeClr val="tx1"/>
          </a:fontRef>
        </p:style>
      </p:cxnSp>
      <p:sp>
        <p:nvSpPr>
          <p:cNvPr id="15" name="Title 1">
            <a:extLst>
              <a:ext uri="{FF2B5EF4-FFF2-40B4-BE49-F238E27FC236}">
                <a16:creationId xmlns:a16="http://schemas.microsoft.com/office/drawing/2014/main" id="{94E3A48F-8392-4B45-B5EB-1E630E175E01}"/>
              </a:ext>
            </a:extLst>
          </p:cNvPr>
          <p:cNvSpPr>
            <a:spLocks noGrp="1"/>
          </p:cNvSpPr>
          <p:nvPr>
            <p:ph type="ctrTitle" hasCustomPrompt="1"/>
          </p:nvPr>
        </p:nvSpPr>
        <p:spPr>
          <a:xfrm>
            <a:off x="521054" y="2263618"/>
            <a:ext cx="11584516" cy="656503"/>
          </a:xfrm>
          <a:prstGeom prst="rect">
            <a:avLst/>
          </a:prstGeom>
        </p:spPr>
        <p:txBody>
          <a:bodyPr lIns="0" rIns="0" anchor="t" anchorCtr="0">
            <a:noAutofit/>
          </a:bodyPr>
          <a:lstStyle>
            <a:lvl1pPr algn="l">
              <a:defRPr sz="3200" b="0" i="0">
                <a:solidFill>
                  <a:schemeClr val="accent1"/>
                </a:solidFill>
                <a:latin typeface="Arial" panose="020B0604020202020204" pitchFamily="34" charset="0"/>
                <a:cs typeface="Arial" panose="020B0604020202020204" pitchFamily="34" charset="0"/>
              </a:defRPr>
            </a:lvl1pPr>
          </a:lstStyle>
          <a:p>
            <a:r>
              <a:rPr lang="en-US"/>
              <a:t>Click to edit master title style</a:t>
            </a:r>
          </a:p>
        </p:txBody>
      </p:sp>
      <p:pic>
        <p:nvPicPr>
          <p:cNvPr id="3" name="Picture 2">
            <a:extLst>
              <a:ext uri="{FF2B5EF4-FFF2-40B4-BE49-F238E27FC236}">
                <a16:creationId xmlns:a16="http://schemas.microsoft.com/office/drawing/2014/main" id="{DFD1EC61-F0C4-A847-86FB-16E1E3F8CCE4}"/>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7113273" y="0"/>
            <a:ext cx="5152745" cy="6858000"/>
          </a:xfrm>
          <a:prstGeom prst="rect">
            <a:avLst/>
          </a:prstGeom>
        </p:spPr>
      </p:pic>
      <p:pic>
        <p:nvPicPr>
          <p:cNvPr id="11" name="Picture 10" descr="A close up of a screen&#10;&#10;Description automatically generated">
            <a:extLst>
              <a:ext uri="{FF2B5EF4-FFF2-40B4-BE49-F238E27FC236}">
                <a16:creationId xmlns:a16="http://schemas.microsoft.com/office/drawing/2014/main" id="{A8D07BAD-EBA6-1341-9A93-DD368B9FB4F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511540" y="1029357"/>
            <a:ext cx="2440516" cy="337480"/>
          </a:xfrm>
          <a:prstGeom prst="rect">
            <a:avLst/>
          </a:prstGeom>
        </p:spPr>
      </p:pic>
      <p:sp>
        <p:nvSpPr>
          <p:cNvPr id="12" name="Text Placeholder 3">
            <a:extLst>
              <a:ext uri="{FF2B5EF4-FFF2-40B4-BE49-F238E27FC236}">
                <a16:creationId xmlns:a16="http://schemas.microsoft.com/office/drawing/2014/main" id="{3436A436-96EF-3748-8A3F-446BB5201D1A}"/>
              </a:ext>
            </a:extLst>
          </p:cNvPr>
          <p:cNvSpPr>
            <a:spLocks noGrp="1"/>
          </p:cNvSpPr>
          <p:nvPr>
            <p:ph type="body" sz="quarter" idx="11" hasCustomPrompt="1"/>
          </p:nvPr>
        </p:nvSpPr>
        <p:spPr>
          <a:xfrm>
            <a:off x="526296" y="5594350"/>
            <a:ext cx="2835275" cy="463550"/>
          </a:xfrm>
          <a:prstGeom prst="rect">
            <a:avLst/>
          </a:prstGeom>
        </p:spPr>
        <p:txBody>
          <a:bodyPr lIns="0" rIns="0"/>
          <a:lstStyle>
            <a:lvl1pPr marL="54864" indent="0">
              <a:buNone/>
              <a:defRPr sz="2000" b="0" i="0">
                <a:solidFill>
                  <a:schemeClr val="accent1"/>
                </a:solidFill>
                <a:ea typeface="Arial Regular" charset="0"/>
              </a:defRPr>
            </a:lvl1pPr>
          </a:lstStyle>
          <a:p>
            <a:pPr lvl="0"/>
            <a:r>
              <a:rPr lang="en-US"/>
              <a:t>MONTH YEAR</a:t>
            </a:r>
          </a:p>
        </p:txBody>
      </p:sp>
      <p:sp>
        <p:nvSpPr>
          <p:cNvPr id="4" name="TextBox 3">
            <a:extLst>
              <a:ext uri="{FF2B5EF4-FFF2-40B4-BE49-F238E27FC236}">
                <a16:creationId xmlns:a16="http://schemas.microsoft.com/office/drawing/2014/main" id="{D2A5371F-FC8A-2970-6CB3-6FD0496CBDF2}"/>
              </a:ext>
            </a:extLst>
          </p:cNvPr>
          <p:cNvSpPr txBox="1"/>
          <p:nvPr userDrawn="1"/>
        </p:nvSpPr>
        <p:spPr>
          <a:xfrm>
            <a:off x="533400" y="6340868"/>
            <a:ext cx="7436845" cy="348300"/>
          </a:xfrm>
          <a:prstGeom prst="rect">
            <a:avLst/>
          </a:prstGeom>
          <a:noFill/>
        </p:spPr>
        <p:txBody>
          <a:bodyPr wrap="square" lIns="0" tIns="0" rIns="0" bIns="0">
            <a:spAutoFit/>
          </a:bodyPr>
          <a:lstStyle/>
          <a:p>
            <a:pPr eaLnBrk="0" fontAlgn="auto" hangingPunct="0">
              <a:lnSpc>
                <a:spcPts val="700"/>
              </a:lnSpc>
              <a:spcBef>
                <a:spcPct val="15000"/>
              </a:spcBef>
              <a:spcAft>
                <a:spcPts val="0"/>
              </a:spcAft>
              <a:defRPr/>
            </a:pPr>
            <a:r>
              <a:rPr lang="en-US" sz="600" b="0" i="0">
                <a:solidFill>
                  <a:schemeClr val="bg1">
                    <a:lumMod val="65000"/>
                  </a:schemeClr>
                </a:solidFill>
                <a:latin typeface="Arial" panose="020B0604020202020204" pitchFamily="34" charset="0"/>
                <a:cs typeface="Arial" panose="020B0604020202020204" pitchFamily="34" charset="0"/>
              </a:rPr>
              <a:t>NOTICE:  PROPRIETARY AND CONFIDENTIAL</a:t>
            </a:r>
          </a:p>
          <a:p>
            <a:pPr eaLnBrk="0" fontAlgn="auto" hangingPunct="0">
              <a:lnSpc>
                <a:spcPts val="900"/>
              </a:lnSpc>
              <a:spcBef>
                <a:spcPct val="30000"/>
              </a:spcBef>
              <a:spcAft>
                <a:spcPts val="0"/>
              </a:spcAft>
              <a:defRPr/>
            </a:pPr>
            <a:r>
              <a:rPr lang="en-US" sz="600" b="0" i="0">
                <a:solidFill>
                  <a:schemeClr val="bg1">
                    <a:lumMod val="65000"/>
                  </a:schemeClr>
                </a:solidFill>
                <a:latin typeface="Arial" panose="020B0604020202020204" pitchFamily="34" charset="0"/>
                <a:cs typeface="Arial" panose="020B0604020202020204" pitchFamily="34" charset="0"/>
              </a:rPr>
              <a:t>This material is proprietary to and contains trade secrets and information which is solely the property of Centric Consulting, LLC. It is solely for the Client’s internal use and shall not be used, reproduced, copied, disclosed, transmitted, in whole or in part, without the express consent of Centric Consulting, LLC.  © </a:t>
            </a:r>
            <a:fld id="{40FD12BC-66EA-904F-8726-58FCE1B297DB}" type="datetimeyyyy">
              <a:rPr lang="en-US" sz="600" b="0" i="0" smtClean="0">
                <a:solidFill>
                  <a:schemeClr val="bg1">
                    <a:lumMod val="65000"/>
                  </a:schemeClr>
                </a:solidFill>
                <a:latin typeface="Arial" panose="020B0604020202020204" pitchFamily="34" charset="0"/>
                <a:cs typeface="Arial" panose="020B0604020202020204" pitchFamily="34" charset="0"/>
              </a:rPr>
              <a:t>2026</a:t>
            </a:fld>
            <a:r>
              <a:rPr lang="en-US" sz="600" b="0" i="0">
                <a:solidFill>
                  <a:schemeClr val="bg1">
                    <a:lumMod val="65000"/>
                  </a:schemeClr>
                </a:solidFill>
                <a:latin typeface="Arial" panose="020B0604020202020204" pitchFamily="34" charset="0"/>
                <a:cs typeface="Arial" panose="020B0604020202020204" pitchFamily="34" charset="0"/>
              </a:rPr>
              <a:t> Centric Consulting, LLC. All rights reserved. </a:t>
            </a:r>
            <a:endParaRPr lang="en-US" sz="800" b="0" i="0">
              <a:solidFill>
                <a:schemeClr val="bg1">
                  <a:lumMod val="65000"/>
                </a:schemeClr>
              </a:solidFill>
              <a:latin typeface="Arial" panose="020B0604020202020204" pitchFamily="34" charset="0"/>
            </a:endParaRPr>
          </a:p>
        </p:txBody>
      </p:sp>
    </p:spTree>
    <p:extLst>
      <p:ext uri="{BB962C8B-B14F-4D97-AF65-F5344CB8AC3E}">
        <p14:creationId xmlns:p14="http://schemas.microsoft.com/office/powerpoint/2010/main" val="19317326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right)">
                                      <p:cBhvr>
                                        <p:cTn id="7" dur="500"/>
                                        <p:tgtEl>
                                          <p:spTgt spid="10"/>
                                        </p:tgtEl>
                                      </p:cBhvr>
                                    </p:animEffect>
                                  </p:childTnLst>
                                </p:cTn>
                              </p:par>
                              <p:par>
                                <p:cTn id="8" presetID="42" presetClass="entr" presetSubtype="0" fill="hold" grpId="0"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fade">
                                      <p:cBhvr>
                                        <p:cTn id="10" dur="1000"/>
                                        <p:tgtEl>
                                          <p:spTgt spid="22"/>
                                        </p:tgtEl>
                                      </p:cBhvr>
                                    </p:animEffect>
                                    <p:anim calcmode="lin" valueType="num">
                                      <p:cBhvr>
                                        <p:cTn id="11" dur="1000" fill="hold"/>
                                        <p:tgtEl>
                                          <p:spTgt spid="22"/>
                                        </p:tgtEl>
                                        <p:attrNameLst>
                                          <p:attrName>ppt_x</p:attrName>
                                        </p:attrNameLst>
                                      </p:cBhvr>
                                      <p:tavLst>
                                        <p:tav tm="0">
                                          <p:val>
                                            <p:strVal val="#ppt_x"/>
                                          </p:val>
                                        </p:tav>
                                        <p:tav tm="100000">
                                          <p:val>
                                            <p:strVal val="#ppt_x"/>
                                          </p:val>
                                        </p:tav>
                                      </p:tavLst>
                                    </p:anim>
                                    <p:anim calcmode="lin" valueType="num">
                                      <p:cBhvr>
                                        <p:cTn id="12" dur="1000" fill="hold"/>
                                        <p:tgtEl>
                                          <p:spTgt spid="22"/>
                                        </p:tgtEl>
                                        <p:attrNameLst>
                                          <p:attrName>ppt_y</p:attrName>
                                        </p:attrNameLst>
                                      </p:cBhvr>
                                      <p:tavLst>
                                        <p:tav tm="0">
                                          <p:val>
                                            <p:strVal val="#ppt_y+.1"/>
                                          </p:val>
                                        </p:tav>
                                        <p:tav tm="100000">
                                          <p:val>
                                            <p:strVal val="#ppt_y"/>
                                          </p:val>
                                        </p:tav>
                                      </p:tavLst>
                                    </p:anim>
                                  </p:childTnLst>
                                </p:cTn>
                              </p:par>
                            </p:childTnLst>
                          </p:cTn>
                        </p:par>
                        <p:par>
                          <p:cTn id="13" fill="hold">
                            <p:stCondLst>
                              <p:cond delay="1000"/>
                            </p:stCondLst>
                            <p:childTnLst>
                              <p:par>
                                <p:cTn id="14" presetID="10" presetClass="entr" presetSubtype="0" fill="hold" nodeType="after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fade">
                                      <p:cBhvr>
                                        <p:cTn id="16"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Lst>
  </p:timing>
  <p:extLst>
    <p:ext uri="{DCECCB84-F9BA-43D5-87BE-67443E8EF086}">
      <p15:sldGuideLst xmlns:p15="http://schemas.microsoft.com/office/powerpoint/2012/main">
        <p15:guide id="1" pos="312">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3_Title Slide">
    <p:spTree>
      <p:nvGrpSpPr>
        <p:cNvPr id="1" name=""/>
        <p:cNvGrpSpPr/>
        <p:nvPr/>
      </p:nvGrpSpPr>
      <p:grpSpPr>
        <a:xfrm>
          <a:off x="0" y="0"/>
          <a:ext cx="0" cy="0"/>
          <a:chOff x="0" y="0"/>
          <a:chExt cx="0" cy="0"/>
        </a:xfrm>
      </p:grpSpPr>
      <p:sp>
        <p:nvSpPr>
          <p:cNvPr id="22" name="Moon 21">
            <a:extLst>
              <a:ext uri="{FF2B5EF4-FFF2-40B4-BE49-F238E27FC236}">
                <a16:creationId xmlns:a16="http://schemas.microsoft.com/office/drawing/2014/main" id="{37232266-B91E-AC43-B7D4-7F6B0BB04BCB}"/>
              </a:ext>
            </a:extLst>
          </p:cNvPr>
          <p:cNvSpPr/>
          <p:nvPr userDrawn="1"/>
        </p:nvSpPr>
        <p:spPr>
          <a:xfrm>
            <a:off x="4675263" y="-766361"/>
            <a:ext cx="3094460" cy="8283810"/>
          </a:xfrm>
          <a:prstGeom prst="moon">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rial" panose="020B0604020202020204" pitchFamily="34" charset="0"/>
            </a:endParaRPr>
          </a:p>
        </p:txBody>
      </p:sp>
      <p:sp>
        <p:nvSpPr>
          <p:cNvPr id="14" name="TextBox 13">
            <a:extLst>
              <a:ext uri="{FF2B5EF4-FFF2-40B4-BE49-F238E27FC236}">
                <a16:creationId xmlns:a16="http://schemas.microsoft.com/office/drawing/2014/main" id="{FC995BF0-0474-0F43-8114-6279725C575C}"/>
              </a:ext>
            </a:extLst>
          </p:cNvPr>
          <p:cNvSpPr txBox="1"/>
          <p:nvPr userDrawn="1"/>
        </p:nvSpPr>
        <p:spPr>
          <a:xfrm>
            <a:off x="533400" y="6340868"/>
            <a:ext cx="7436845" cy="348300"/>
          </a:xfrm>
          <a:prstGeom prst="rect">
            <a:avLst/>
          </a:prstGeom>
          <a:noFill/>
        </p:spPr>
        <p:txBody>
          <a:bodyPr wrap="square" lIns="0" tIns="0" rIns="0" bIns="0">
            <a:spAutoFit/>
          </a:bodyPr>
          <a:lstStyle/>
          <a:p>
            <a:pPr eaLnBrk="0" fontAlgn="auto" hangingPunct="0">
              <a:lnSpc>
                <a:spcPts val="700"/>
              </a:lnSpc>
              <a:spcBef>
                <a:spcPct val="15000"/>
              </a:spcBef>
              <a:spcAft>
                <a:spcPts val="0"/>
              </a:spcAft>
              <a:defRPr/>
            </a:pPr>
            <a:r>
              <a:rPr lang="en-US" sz="600" b="0" i="0">
                <a:solidFill>
                  <a:schemeClr val="bg1">
                    <a:lumMod val="65000"/>
                  </a:schemeClr>
                </a:solidFill>
                <a:latin typeface="Arial" panose="020B0604020202020204" pitchFamily="34" charset="0"/>
                <a:cs typeface="Arial" panose="020B0604020202020204" pitchFamily="34" charset="0"/>
              </a:rPr>
              <a:t>NOTICE:  PROPRIETARY AND CONFIDENTIAL</a:t>
            </a:r>
          </a:p>
          <a:p>
            <a:pPr eaLnBrk="0" fontAlgn="auto" hangingPunct="0">
              <a:lnSpc>
                <a:spcPts val="900"/>
              </a:lnSpc>
              <a:spcBef>
                <a:spcPct val="30000"/>
              </a:spcBef>
              <a:spcAft>
                <a:spcPts val="0"/>
              </a:spcAft>
              <a:defRPr/>
            </a:pPr>
            <a:r>
              <a:rPr lang="en-US" sz="600" b="0" i="0">
                <a:solidFill>
                  <a:schemeClr val="bg1">
                    <a:lumMod val="65000"/>
                  </a:schemeClr>
                </a:solidFill>
                <a:latin typeface="Arial" panose="020B0604020202020204" pitchFamily="34" charset="0"/>
                <a:cs typeface="Arial" panose="020B0604020202020204" pitchFamily="34" charset="0"/>
              </a:rPr>
              <a:t>This material is proprietary to and contains trade secrets and information which is solely the property of Centric Consulting, LLC. It is solely for the Client’s internal use and shall not be used, reproduced, copied, disclosed, transmitted, in whole or in part, without the express consent of Centric Consulting, LLC.  © </a:t>
            </a:r>
            <a:fld id="{40FD12BC-66EA-904F-8726-58FCE1B297DB}" type="datetimeyyyy">
              <a:rPr lang="en-US" sz="600" b="0" i="0" smtClean="0">
                <a:solidFill>
                  <a:schemeClr val="bg1">
                    <a:lumMod val="65000"/>
                  </a:schemeClr>
                </a:solidFill>
                <a:latin typeface="Arial" panose="020B0604020202020204" pitchFamily="34" charset="0"/>
                <a:cs typeface="Arial" panose="020B0604020202020204" pitchFamily="34" charset="0"/>
              </a:rPr>
              <a:t>2026</a:t>
            </a:fld>
            <a:r>
              <a:rPr lang="en-US" sz="600" b="0" i="0">
                <a:solidFill>
                  <a:schemeClr val="bg1">
                    <a:lumMod val="65000"/>
                  </a:schemeClr>
                </a:solidFill>
                <a:latin typeface="Arial" panose="020B0604020202020204" pitchFamily="34" charset="0"/>
                <a:cs typeface="Arial" panose="020B0604020202020204" pitchFamily="34" charset="0"/>
              </a:rPr>
              <a:t> Centric Consulting, LLC. All rights reserved. </a:t>
            </a:r>
            <a:endParaRPr lang="en-US" sz="800" b="0" i="0">
              <a:solidFill>
                <a:schemeClr val="bg1">
                  <a:lumMod val="65000"/>
                </a:schemeClr>
              </a:solidFill>
              <a:latin typeface="Arial" panose="020B0604020202020204" pitchFamily="34" charset="0"/>
            </a:endParaRPr>
          </a:p>
        </p:txBody>
      </p:sp>
      <p:sp>
        <p:nvSpPr>
          <p:cNvPr id="16" name="Text Placeholder 2">
            <a:extLst>
              <a:ext uri="{FF2B5EF4-FFF2-40B4-BE49-F238E27FC236}">
                <a16:creationId xmlns:a16="http://schemas.microsoft.com/office/drawing/2014/main" id="{4864BC09-F40C-A842-B0A2-3AE7087878C6}"/>
              </a:ext>
            </a:extLst>
          </p:cNvPr>
          <p:cNvSpPr>
            <a:spLocks noGrp="1"/>
          </p:cNvSpPr>
          <p:nvPr>
            <p:ph type="body" idx="10" hasCustomPrompt="1"/>
          </p:nvPr>
        </p:nvSpPr>
        <p:spPr>
          <a:xfrm>
            <a:off x="538160" y="3168217"/>
            <a:ext cx="11582400" cy="518266"/>
          </a:xfrm>
          <a:prstGeom prst="rect">
            <a:avLst/>
          </a:prstGeom>
        </p:spPr>
        <p:txBody>
          <a:bodyPr lIns="0" rIns="0"/>
          <a:lstStyle>
            <a:lvl1pPr marL="0" indent="0" algn="l">
              <a:buNone/>
              <a:defRPr sz="1800" b="0" i="0">
                <a:solidFill>
                  <a:schemeClr val="tx1"/>
                </a:solidFill>
                <a:latin typeface="Arial" panose="020B0604020202020204" pitchFamily="34" charset="0"/>
                <a:ea typeface="Arial Regular" charset="0"/>
                <a:cs typeface="Arial" panose="020B0604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Presenter name (s)</a:t>
            </a:r>
          </a:p>
        </p:txBody>
      </p:sp>
      <p:sp>
        <p:nvSpPr>
          <p:cNvPr id="15" name="Title 1">
            <a:extLst>
              <a:ext uri="{FF2B5EF4-FFF2-40B4-BE49-F238E27FC236}">
                <a16:creationId xmlns:a16="http://schemas.microsoft.com/office/drawing/2014/main" id="{94E3A48F-8392-4B45-B5EB-1E630E175E01}"/>
              </a:ext>
            </a:extLst>
          </p:cNvPr>
          <p:cNvSpPr>
            <a:spLocks noGrp="1"/>
          </p:cNvSpPr>
          <p:nvPr>
            <p:ph type="ctrTitle" hasCustomPrompt="1"/>
          </p:nvPr>
        </p:nvSpPr>
        <p:spPr>
          <a:xfrm>
            <a:off x="536044" y="2263618"/>
            <a:ext cx="11584516" cy="656503"/>
          </a:xfrm>
          <a:prstGeom prst="rect">
            <a:avLst/>
          </a:prstGeom>
        </p:spPr>
        <p:txBody>
          <a:bodyPr lIns="0" rIns="0" anchor="t" anchorCtr="0">
            <a:noAutofit/>
          </a:bodyPr>
          <a:lstStyle>
            <a:lvl1pPr algn="l">
              <a:defRPr sz="3200" b="0" i="0">
                <a:solidFill>
                  <a:schemeClr val="accent1"/>
                </a:solidFill>
                <a:latin typeface="Arial" panose="020B0604020202020204" pitchFamily="34" charset="0"/>
                <a:cs typeface="Arial" panose="020B0604020202020204" pitchFamily="34" charset="0"/>
              </a:defRPr>
            </a:lvl1pPr>
          </a:lstStyle>
          <a:p>
            <a:r>
              <a:rPr lang="en-US"/>
              <a:t>Click to edit master title style</a:t>
            </a:r>
          </a:p>
        </p:txBody>
      </p:sp>
      <p:pic>
        <p:nvPicPr>
          <p:cNvPr id="3" name="Picture 2">
            <a:extLst>
              <a:ext uri="{FF2B5EF4-FFF2-40B4-BE49-F238E27FC236}">
                <a16:creationId xmlns:a16="http://schemas.microsoft.com/office/drawing/2014/main" id="{1592D5A7-CCE8-FF47-81E1-3A523E889BB2}"/>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7039255" y="0"/>
            <a:ext cx="5152745" cy="6858000"/>
          </a:xfrm>
          <a:prstGeom prst="rect">
            <a:avLst/>
          </a:prstGeom>
        </p:spPr>
      </p:pic>
      <p:sp>
        <p:nvSpPr>
          <p:cNvPr id="12" name="Text Placeholder 3">
            <a:extLst>
              <a:ext uri="{FF2B5EF4-FFF2-40B4-BE49-F238E27FC236}">
                <a16:creationId xmlns:a16="http://schemas.microsoft.com/office/drawing/2014/main" id="{EDFB8334-CE37-3647-B395-667ABD7E9ECF}"/>
              </a:ext>
            </a:extLst>
          </p:cNvPr>
          <p:cNvSpPr>
            <a:spLocks noGrp="1"/>
          </p:cNvSpPr>
          <p:nvPr>
            <p:ph type="body" sz="quarter" idx="11" hasCustomPrompt="1"/>
          </p:nvPr>
        </p:nvSpPr>
        <p:spPr>
          <a:xfrm>
            <a:off x="533400" y="5593812"/>
            <a:ext cx="2835275" cy="463550"/>
          </a:xfrm>
          <a:prstGeom prst="rect">
            <a:avLst/>
          </a:prstGeom>
        </p:spPr>
        <p:txBody>
          <a:bodyPr lIns="0"/>
          <a:lstStyle>
            <a:lvl1pPr marL="54864" indent="0">
              <a:buNone/>
              <a:defRPr sz="2000" b="0" i="0">
                <a:solidFill>
                  <a:schemeClr val="accent1"/>
                </a:solidFill>
                <a:ea typeface="Arial Regular" charset="0"/>
              </a:defRPr>
            </a:lvl1pPr>
          </a:lstStyle>
          <a:p>
            <a:pPr lvl="0"/>
            <a:r>
              <a:rPr lang="en-US"/>
              <a:t>MONTH YEAR</a:t>
            </a:r>
          </a:p>
        </p:txBody>
      </p:sp>
    </p:spTree>
    <p:extLst>
      <p:ext uri="{BB962C8B-B14F-4D97-AF65-F5344CB8AC3E}">
        <p14:creationId xmlns:p14="http://schemas.microsoft.com/office/powerpoint/2010/main" val="26887427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1000"/>
                                        <p:tgtEl>
                                          <p:spTgt spid="22"/>
                                        </p:tgtEl>
                                      </p:cBhvr>
                                    </p:animEffect>
                                    <p:anim calcmode="lin" valueType="num">
                                      <p:cBhvr>
                                        <p:cTn id="8" dur="1000" fill="hold"/>
                                        <p:tgtEl>
                                          <p:spTgt spid="22"/>
                                        </p:tgtEl>
                                        <p:attrNameLst>
                                          <p:attrName>ppt_x</p:attrName>
                                        </p:attrNameLst>
                                      </p:cBhvr>
                                      <p:tavLst>
                                        <p:tav tm="0">
                                          <p:val>
                                            <p:strVal val="#ppt_x"/>
                                          </p:val>
                                        </p:tav>
                                        <p:tav tm="100000">
                                          <p:val>
                                            <p:strVal val="#ppt_x"/>
                                          </p:val>
                                        </p:tav>
                                      </p:tavLst>
                                    </p:anim>
                                    <p:anim calcmode="lin" valueType="num">
                                      <p:cBhvr>
                                        <p:cTn id="9" dur="1000" fill="hold"/>
                                        <p:tgtEl>
                                          <p:spTgt spid="22"/>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10" presetClass="entr" presetSubtype="0" fill="hold" nodeType="after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Lst>
  </p:timing>
  <p:extLst>
    <p:ext uri="{DCECCB84-F9BA-43D5-87BE-67443E8EF086}">
      <p15:sldGuideLst xmlns:p15="http://schemas.microsoft.com/office/powerpoint/2012/main">
        <p15:guide id="1" pos="336">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4_Title Slide">
    <p:spTree>
      <p:nvGrpSpPr>
        <p:cNvPr id="1" name=""/>
        <p:cNvGrpSpPr/>
        <p:nvPr/>
      </p:nvGrpSpPr>
      <p:grpSpPr>
        <a:xfrm>
          <a:off x="0" y="0"/>
          <a:ext cx="0" cy="0"/>
          <a:chOff x="0" y="0"/>
          <a:chExt cx="0" cy="0"/>
        </a:xfrm>
      </p:grpSpPr>
      <p:sp>
        <p:nvSpPr>
          <p:cNvPr id="22" name="Moon 21">
            <a:extLst>
              <a:ext uri="{FF2B5EF4-FFF2-40B4-BE49-F238E27FC236}">
                <a16:creationId xmlns:a16="http://schemas.microsoft.com/office/drawing/2014/main" id="{37232266-B91E-AC43-B7D4-7F6B0BB04BCB}"/>
              </a:ext>
            </a:extLst>
          </p:cNvPr>
          <p:cNvSpPr/>
          <p:nvPr userDrawn="1"/>
        </p:nvSpPr>
        <p:spPr>
          <a:xfrm>
            <a:off x="4675263" y="-766361"/>
            <a:ext cx="3094460" cy="8283810"/>
          </a:xfrm>
          <a:prstGeom prst="moon">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rial" panose="020B0604020202020204" pitchFamily="34" charset="0"/>
            </a:endParaRPr>
          </a:p>
        </p:txBody>
      </p:sp>
      <p:pic>
        <p:nvPicPr>
          <p:cNvPr id="13" name="Picture 12" descr="A close up of a screen&#10;&#10;Description automatically generated">
            <a:extLst>
              <a:ext uri="{FF2B5EF4-FFF2-40B4-BE49-F238E27FC236}">
                <a16:creationId xmlns:a16="http://schemas.microsoft.com/office/drawing/2014/main" id="{168B0C5D-D13E-9044-9469-1F5A0B0AFE4B}"/>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556510" y="1029357"/>
            <a:ext cx="2440516" cy="337480"/>
          </a:xfrm>
          <a:prstGeom prst="rect">
            <a:avLst/>
          </a:prstGeom>
        </p:spPr>
      </p:pic>
      <p:sp>
        <p:nvSpPr>
          <p:cNvPr id="16" name="Text Placeholder 2">
            <a:extLst>
              <a:ext uri="{FF2B5EF4-FFF2-40B4-BE49-F238E27FC236}">
                <a16:creationId xmlns:a16="http://schemas.microsoft.com/office/drawing/2014/main" id="{4864BC09-F40C-A842-B0A2-3AE7087878C6}"/>
              </a:ext>
            </a:extLst>
          </p:cNvPr>
          <p:cNvSpPr>
            <a:spLocks noGrp="1"/>
          </p:cNvSpPr>
          <p:nvPr>
            <p:ph type="body" idx="10" hasCustomPrompt="1"/>
          </p:nvPr>
        </p:nvSpPr>
        <p:spPr>
          <a:xfrm>
            <a:off x="538160" y="3168217"/>
            <a:ext cx="11582400" cy="518266"/>
          </a:xfrm>
          <a:prstGeom prst="rect">
            <a:avLst/>
          </a:prstGeom>
        </p:spPr>
        <p:txBody>
          <a:bodyPr lIns="0" rIns="0"/>
          <a:lstStyle>
            <a:lvl1pPr marL="0" indent="0" algn="l">
              <a:buNone/>
              <a:defRPr sz="1800" b="0" i="0">
                <a:solidFill>
                  <a:schemeClr val="tx1"/>
                </a:solidFill>
                <a:latin typeface="Arial" panose="020B0604020202020204" pitchFamily="34" charset="0"/>
                <a:ea typeface="Arial Regular" charset="0"/>
                <a:cs typeface="Arial" panose="020B0604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Presenter name (s)</a:t>
            </a:r>
          </a:p>
        </p:txBody>
      </p:sp>
      <p:cxnSp>
        <p:nvCxnSpPr>
          <p:cNvPr id="10" name="Straight Connector 9">
            <a:extLst>
              <a:ext uri="{FF2B5EF4-FFF2-40B4-BE49-F238E27FC236}">
                <a16:creationId xmlns:a16="http://schemas.microsoft.com/office/drawing/2014/main" id="{812DC318-C68C-8342-BE7A-B72098388BCC}"/>
              </a:ext>
            </a:extLst>
          </p:cNvPr>
          <p:cNvCxnSpPr/>
          <p:nvPr userDrawn="1"/>
        </p:nvCxnSpPr>
        <p:spPr>
          <a:xfrm>
            <a:off x="536044" y="2909484"/>
            <a:ext cx="693174" cy="0"/>
          </a:xfrm>
          <a:prstGeom prst="line">
            <a:avLst/>
          </a:prstGeom>
          <a:ln w="47625">
            <a:solidFill>
              <a:schemeClr val="accent3"/>
            </a:solidFill>
          </a:ln>
        </p:spPr>
        <p:style>
          <a:lnRef idx="1">
            <a:schemeClr val="accent1"/>
          </a:lnRef>
          <a:fillRef idx="0">
            <a:schemeClr val="accent1"/>
          </a:fillRef>
          <a:effectRef idx="0">
            <a:schemeClr val="accent1"/>
          </a:effectRef>
          <a:fontRef idx="minor">
            <a:schemeClr val="tx1"/>
          </a:fontRef>
        </p:style>
      </p:cxnSp>
      <p:sp>
        <p:nvSpPr>
          <p:cNvPr id="15" name="Title 1">
            <a:extLst>
              <a:ext uri="{FF2B5EF4-FFF2-40B4-BE49-F238E27FC236}">
                <a16:creationId xmlns:a16="http://schemas.microsoft.com/office/drawing/2014/main" id="{94E3A48F-8392-4B45-B5EB-1E630E175E01}"/>
              </a:ext>
            </a:extLst>
          </p:cNvPr>
          <p:cNvSpPr>
            <a:spLocks noGrp="1"/>
          </p:cNvSpPr>
          <p:nvPr>
            <p:ph type="ctrTitle" hasCustomPrompt="1"/>
          </p:nvPr>
        </p:nvSpPr>
        <p:spPr>
          <a:xfrm>
            <a:off x="536044" y="2263618"/>
            <a:ext cx="11584516" cy="656503"/>
          </a:xfrm>
          <a:prstGeom prst="rect">
            <a:avLst/>
          </a:prstGeom>
        </p:spPr>
        <p:txBody>
          <a:bodyPr lIns="0" rIns="0" anchor="t" anchorCtr="0">
            <a:noAutofit/>
          </a:bodyPr>
          <a:lstStyle>
            <a:lvl1pPr algn="l">
              <a:defRPr sz="3200" b="0" i="0">
                <a:solidFill>
                  <a:schemeClr val="accent1"/>
                </a:solidFill>
                <a:latin typeface="Arial" panose="020B0604020202020204" pitchFamily="34" charset="0"/>
                <a:cs typeface="Arial" panose="020B0604020202020204" pitchFamily="34" charset="0"/>
              </a:defRPr>
            </a:lvl1pPr>
          </a:lstStyle>
          <a:p>
            <a:r>
              <a:rPr lang="en-US"/>
              <a:t>Click to edit master title style</a:t>
            </a:r>
          </a:p>
        </p:txBody>
      </p:sp>
      <p:pic>
        <p:nvPicPr>
          <p:cNvPr id="3" name="Picture 2">
            <a:extLst>
              <a:ext uri="{FF2B5EF4-FFF2-40B4-BE49-F238E27FC236}">
                <a16:creationId xmlns:a16="http://schemas.microsoft.com/office/drawing/2014/main" id="{1592D5A7-CCE8-FF47-81E1-3A523E889BB2}"/>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7039255" y="0"/>
            <a:ext cx="5152745" cy="6857999"/>
          </a:xfrm>
          <a:prstGeom prst="rect">
            <a:avLst/>
          </a:prstGeom>
        </p:spPr>
      </p:pic>
      <p:sp>
        <p:nvSpPr>
          <p:cNvPr id="12" name="Text Placeholder 3">
            <a:extLst>
              <a:ext uri="{FF2B5EF4-FFF2-40B4-BE49-F238E27FC236}">
                <a16:creationId xmlns:a16="http://schemas.microsoft.com/office/drawing/2014/main" id="{F7901F22-ECED-1340-91D5-00659A34455E}"/>
              </a:ext>
            </a:extLst>
          </p:cNvPr>
          <p:cNvSpPr>
            <a:spLocks noGrp="1"/>
          </p:cNvSpPr>
          <p:nvPr>
            <p:ph type="body" sz="quarter" idx="11" hasCustomPrompt="1"/>
          </p:nvPr>
        </p:nvSpPr>
        <p:spPr>
          <a:xfrm>
            <a:off x="533400" y="5593812"/>
            <a:ext cx="2835275" cy="463550"/>
          </a:xfrm>
          <a:prstGeom prst="rect">
            <a:avLst/>
          </a:prstGeom>
        </p:spPr>
        <p:txBody>
          <a:bodyPr lIns="0"/>
          <a:lstStyle>
            <a:lvl1pPr marL="54864" indent="0">
              <a:buNone/>
              <a:defRPr sz="2000" b="0" i="0">
                <a:solidFill>
                  <a:schemeClr val="accent1"/>
                </a:solidFill>
                <a:ea typeface="Arial Regular" charset="0"/>
              </a:defRPr>
            </a:lvl1pPr>
          </a:lstStyle>
          <a:p>
            <a:pPr lvl="0"/>
            <a:r>
              <a:rPr lang="en-US"/>
              <a:t>MONTH YEAR</a:t>
            </a:r>
          </a:p>
        </p:txBody>
      </p:sp>
      <p:sp>
        <p:nvSpPr>
          <p:cNvPr id="4" name="TextBox 3">
            <a:extLst>
              <a:ext uri="{FF2B5EF4-FFF2-40B4-BE49-F238E27FC236}">
                <a16:creationId xmlns:a16="http://schemas.microsoft.com/office/drawing/2014/main" id="{ECBE90D0-3E1A-D929-3C99-EE1DA05B7670}"/>
              </a:ext>
            </a:extLst>
          </p:cNvPr>
          <p:cNvSpPr txBox="1"/>
          <p:nvPr userDrawn="1"/>
        </p:nvSpPr>
        <p:spPr>
          <a:xfrm>
            <a:off x="533400" y="6340868"/>
            <a:ext cx="7436845" cy="348300"/>
          </a:xfrm>
          <a:prstGeom prst="rect">
            <a:avLst/>
          </a:prstGeom>
          <a:noFill/>
        </p:spPr>
        <p:txBody>
          <a:bodyPr wrap="square" lIns="0" tIns="0" rIns="0" bIns="0">
            <a:spAutoFit/>
          </a:bodyPr>
          <a:lstStyle/>
          <a:p>
            <a:pPr eaLnBrk="0" fontAlgn="auto" hangingPunct="0">
              <a:lnSpc>
                <a:spcPts val="700"/>
              </a:lnSpc>
              <a:spcBef>
                <a:spcPct val="15000"/>
              </a:spcBef>
              <a:spcAft>
                <a:spcPts val="0"/>
              </a:spcAft>
              <a:defRPr/>
            </a:pPr>
            <a:r>
              <a:rPr lang="en-US" sz="600" b="0" i="0">
                <a:solidFill>
                  <a:schemeClr val="bg1">
                    <a:lumMod val="65000"/>
                  </a:schemeClr>
                </a:solidFill>
                <a:latin typeface="Arial" panose="020B0604020202020204" pitchFamily="34" charset="0"/>
                <a:cs typeface="Arial" panose="020B0604020202020204" pitchFamily="34" charset="0"/>
              </a:rPr>
              <a:t>NOTICE:  PROPRIETARY AND CONFIDENTIAL</a:t>
            </a:r>
          </a:p>
          <a:p>
            <a:pPr eaLnBrk="0" fontAlgn="auto" hangingPunct="0">
              <a:lnSpc>
                <a:spcPts val="900"/>
              </a:lnSpc>
              <a:spcBef>
                <a:spcPct val="30000"/>
              </a:spcBef>
              <a:spcAft>
                <a:spcPts val="0"/>
              </a:spcAft>
              <a:defRPr/>
            </a:pPr>
            <a:r>
              <a:rPr lang="en-US" sz="600" b="0" i="0">
                <a:solidFill>
                  <a:schemeClr val="bg1">
                    <a:lumMod val="65000"/>
                  </a:schemeClr>
                </a:solidFill>
                <a:latin typeface="Arial" panose="020B0604020202020204" pitchFamily="34" charset="0"/>
                <a:cs typeface="Arial" panose="020B0604020202020204" pitchFamily="34" charset="0"/>
              </a:rPr>
              <a:t>This material is proprietary to and contains trade secrets and information which is solely the property of Centric Consulting, LLC. It is solely for the Client’s internal use and shall not be used, reproduced, copied, disclosed, transmitted, in whole or in part, without the express consent of Centric Consulting, LLC.  © </a:t>
            </a:r>
            <a:fld id="{40FD12BC-66EA-904F-8726-58FCE1B297DB}" type="datetimeyyyy">
              <a:rPr lang="en-US" sz="600" b="0" i="0" smtClean="0">
                <a:solidFill>
                  <a:schemeClr val="bg1">
                    <a:lumMod val="65000"/>
                  </a:schemeClr>
                </a:solidFill>
                <a:latin typeface="Arial" panose="020B0604020202020204" pitchFamily="34" charset="0"/>
                <a:cs typeface="Arial" panose="020B0604020202020204" pitchFamily="34" charset="0"/>
              </a:rPr>
              <a:t>2026</a:t>
            </a:fld>
            <a:r>
              <a:rPr lang="en-US" sz="600" b="0" i="0">
                <a:solidFill>
                  <a:schemeClr val="bg1">
                    <a:lumMod val="65000"/>
                  </a:schemeClr>
                </a:solidFill>
                <a:latin typeface="Arial" panose="020B0604020202020204" pitchFamily="34" charset="0"/>
                <a:cs typeface="Arial" panose="020B0604020202020204" pitchFamily="34" charset="0"/>
              </a:rPr>
              <a:t> Centric Consulting, LLC. All rights reserved. </a:t>
            </a:r>
            <a:endParaRPr lang="en-US" sz="800" b="0" i="0">
              <a:solidFill>
                <a:schemeClr val="bg1">
                  <a:lumMod val="65000"/>
                </a:schemeClr>
              </a:solidFill>
              <a:latin typeface="Arial" panose="020B0604020202020204" pitchFamily="34" charset="0"/>
            </a:endParaRPr>
          </a:p>
        </p:txBody>
      </p:sp>
    </p:spTree>
    <p:extLst>
      <p:ext uri="{BB962C8B-B14F-4D97-AF65-F5344CB8AC3E}">
        <p14:creationId xmlns:p14="http://schemas.microsoft.com/office/powerpoint/2010/main" val="9835419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right)">
                                      <p:cBhvr>
                                        <p:cTn id="7" dur="500"/>
                                        <p:tgtEl>
                                          <p:spTgt spid="10"/>
                                        </p:tgtEl>
                                      </p:cBhvr>
                                    </p:animEffect>
                                  </p:childTnLst>
                                </p:cTn>
                              </p:par>
                              <p:par>
                                <p:cTn id="8" presetID="42" presetClass="entr" presetSubtype="0" fill="hold" grpId="0"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fade">
                                      <p:cBhvr>
                                        <p:cTn id="10" dur="1000"/>
                                        <p:tgtEl>
                                          <p:spTgt spid="22"/>
                                        </p:tgtEl>
                                      </p:cBhvr>
                                    </p:animEffect>
                                    <p:anim calcmode="lin" valueType="num">
                                      <p:cBhvr>
                                        <p:cTn id="11" dur="1000" fill="hold"/>
                                        <p:tgtEl>
                                          <p:spTgt spid="22"/>
                                        </p:tgtEl>
                                        <p:attrNameLst>
                                          <p:attrName>ppt_x</p:attrName>
                                        </p:attrNameLst>
                                      </p:cBhvr>
                                      <p:tavLst>
                                        <p:tav tm="0">
                                          <p:val>
                                            <p:strVal val="#ppt_x"/>
                                          </p:val>
                                        </p:tav>
                                        <p:tav tm="100000">
                                          <p:val>
                                            <p:strVal val="#ppt_x"/>
                                          </p:val>
                                        </p:tav>
                                      </p:tavLst>
                                    </p:anim>
                                    <p:anim calcmode="lin" valueType="num">
                                      <p:cBhvr>
                                        <p:cTn id="12" dur="1000" fill="hold"/>
                                        <p:tgtEl>
                                          <p:spTgt spid="22"/>
                                        </p:tgtEl>
                                        <p:attrNameLst>
                                          <p:attrName>ppt_y</p:attrName>
                                        </p:attrNameLst>
                                      </p:cBhvr>
                                      <p:tavLst>
                                        <p:tav tm="0">
                                          <p:val>
                                            <p:strVal val="#ppt_y+.1"/>
                                          </p:val>
                                        </p:tav>
                                        <p:tav tm="100000">
                                          <p:val>
                                            <p:strVal val="#ppt_y"/>
                                          </p:val>
                                        </p:tav>
                                      </p:tavLst>
                                    </p:anim>
                                  </p:childTnLst>
                                </p:cTn>
                              </p:par>
                            </p:childTnLst>
                          </p:cTn>
                        </p:par>
                        <p:par>
                          <p:cTn id="13" fill="hold">
                            <p:stCondLst>
                              <p:cond delay="1000"/>
                            </p:stCondLst>
                            <p:childTnLst>
                              <p:par>
                                <p:cTn id="14" presetID="10" presetClass="entr" presetSubtype="0" fill="hold" nodeType="after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fade">
                                      <p:cBhvr>
                                        <p:cTn id="16"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Lst>
  </p:timing>
  <p:extLst>
    <p:ext uri="{DCECCB84-F9BA-43D5-87BE-67443E8EF086}">
      <p15:sldGuideLst xmlns:p15="http://schemas.microsoft.com/office/powerpoint/2012/main">
        <p15:guide id="1" pos="336">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Big Impact">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2F84CB3-4471-FD46-8E49-82509D651F54}"/>
              </a:ext>
            </a:extLst>
          </p:cNvPr>
          <p:cNvSpPr/>
          <p:nvPr userDrawn="1"/>
        </p:nvSpPr>
        <p:spPr>
          <a:xfrm>
            <a:off x="0" y="0"/>
            <a:ext cx="12192000" cy="6858000"/>
          </a:xfrm>
          <a:prstGeom prst="rect">
            <a:avLst/>
          </a:prstGeom>
          <a:solidFill>
            <a:schemeClr val="tx1">
              <a:lumMod val="50000"/>
              <a:alpha val="7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rial" panose="020B0604020202020204" pitchFamily="34" charset="0"/>
            </a:endParaRPr>
          </a:p>
        </p:txBody>
      </p:sp>
      <p:sp>
        <p:nvSpPr>
          <p:cNvPr id="5" name="Title 1">
            <a:extLst>
              <a:ext uri="{FF2B5EF4-FFF2-40B4-BE49-F238E27FC236}">
                <a16:creationId xmlns:a16="http://schemas.microsoft.com/office/drawing/2014/main" id="{C3E6E877-1B5C-F645-B8AE-3A5B539E2C82}"/>
              </a:ext>
            </a:extLst>
          </p:cNvPr>
          <p:cNvSpPr>
            <a:spLocks noGrp="1"/>
          </p:cNvSpPr>
          <p:nvPr>
            <p:ph type="ctrTitle" hasCustomPrompt="1"/>
          </p:nvPr>
        </p:nvSpPr>
        <p:spPr>
          <a:xfrm>
            <a:off x="303213" y="741444"/>
            <a:ext cx="9976413" cy="3815808"/>
          </a:xfrm>
          <a:prstGeom prst="rect">
            <a:avLst/>
          </a:prstGeom>
        </p:spPr>
        <p:txBody>
          <a:bodyPr anchor="t" anchorCtr="0">
            <a:noAutofit/>
          </a:bodyPr>
          <a:lstStyle>
            <a:lvl1pPr algn="l">
              <a:defRPr sz="4000" b="0" i="0">
                <a:solidFill>
                  <a:schemeClr val="bg1"/>
                </a:solidFill>
                <a:latin typeface="Arial" panose="020B0604020202020204" pitchFamily="34" charset="0"/>
                <a:cs typeface="Arial" panose="020B0604020202020204" pitchFamily="34" charset="0"/>
              </a:defRPr>
            </a:lvl1pPr>
          </a:lstStyle>
          <a:p>
            <a:r>
              <a:rPr lang="en-US"/>
              <a:t>Put Your Big, Important Statement Here</a:t>
            </a:r>
            <a:br>
              <a:rPr lang="en-US"/>
            </a:br>
            <a:r>
              <a:rPr lang="en-US"/>
              <a:t>and fill background with image</a:t>
            </a:r>
          </a:p>
        </p:txBody>
      </p:sp>
      <p:pic>
        <p:nvPicPr>
          <p:cNvPr id="7" name="Picture 6">
            <a:extLst>
              <a:ext uri="{FF2B5EF4-FFF2-40B4-BE49-F238E27FC236}">
                <a16:creationId xmlns:a16="http://schemas.microsoft.com/office/drawing/2014/main" id="{37568C09-13E5-844B-BF2B-045441EA7DCE}"/>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292003" y="6443674"/>
            <a:ext cx="1323437" cy="190296"/>
          </a:xfrm>
          <a:prstGeom prst="rect">
            <a:avLst/>
          </a:prstGeom>
        </p:spPr>
      </p:pic>
      <p:sp>
        <p:nvSpPr>
          <p:cNvPr id="8" name="Slide Number Placeholder 9">
            <a:extLst>
              <a:ext uri="{FF2B5EF4-FFF2-40B4-BE49-F238E27FC236}">
                <a16:creationId xmlns:a16="http://schemas.microsoft.com/office/drawing/2014/main" id="{3B5A8211-4E7C-DA45-A13D-F6318C011FDB}"/>
              </a:ext>
            </a:extLst>
          </p:cNvPr>
          <p:cNvSpPr txBox="1">
            <a:spLocks/>
          </p:cNvSpPr>
          <p:nvPr userDrawn="1"/>
        </p:nvSpPr>
        <p:spPr>
          <a:xfrm>
            <a:off x="11605152" y="6462486"/>
            <a:ext cx="319625" cy="108360"/>
          </a:xfrm>
          <a:prstGeom prst="rect">
            <a:avLst/>
          </a:prstGeom>
        </p:spPr>
        <p:txBody>
          <a:bodyPr vert="horz" wrap="none" lIns="0" tIns="0" rIns="0" bIns="0" rtlCol="0" anchor="ctr"/>
          <a:lstStyle>
            <a:defPPr>
              <a:defRPr lang="en-US"/>
            </a:defPPr>
            <a:lvl1pPr marL="0" algn="ctr" defTabSz="765273" rtl="0" eaLnBrk="1" latinLnBrk="0" hangingPunct="1">
              <a:defRPr sz="1200" b="1" i="0" kern="1200">
                <a:solidFill>
                  <a:schemeClr val="bg1"/>
                </a:solidFill>
                <a:latin typeface="Arial" charset="0"/>
                <a:ea typeface="Arial" charset="0"/>
                <a:cs typeface="Arial" charset="0"/>
              </a:defRPr>
            </a:lvl1pPr>
            <a:lvl2pPr marL="382636" algn="l" defTabSz="765273" rtl="0" eaLnBrk="1" latinLnBrk="0" hangingPunct="1">
              <a:defRPr sz="1507" kern="1200">
                <a:solidFill>
                  <a:schemeClr val="tx1"/>
                </a:solidFill>
                <a:latin typeface="+mn-lt"/>
                <a:ea typeface="+mn-ea"/>
                <a:cs typeface="+mn-cs"/>
              </a:defRPr>
            </a:lvl2pPr>
            <a:lvl3pPr marL="765273" algn="l" defTabSz="765273" rtl="0" eaLnBrk="1" latinLnBrk="0" hangingPunct="1">
              <a:defRPr sz="1507" kern="1200">
                <a:solidFill>
                  <a:schemeClr val="tx1"/>
                </a:solidFill>
                <a:latin typeface="+mn-lt"/>
                <a:ea typeface="+mn-ea"/>
                <a:cs typeface="+mn-cs"/>
              </a:defRPr>
            </a:lvl3pPr>
            <a:lvl4pPr marL="1147909" algn="l" defTabSz="765273" rtl="0" eaLnBrk="1" latinLnBrk="0" hangingPunct="1">
              <a:defRPr sz="1507" kern="1200">
                <a:solidFill>
                  <a:schemeClr val="tx1"/>
                </a:solidFill>
                <a:latin typeface="+mn-lt"/>
                <a:ea typeface="+mn-ea"/>
                <a:cs typeface="+mn-cs"/>
              </a:defRPr>
            </a:lvl4pPr>
            <a:lvl5pPr marL="1530546" algn="l" defTabSz="765273" rtl="0" eaLnBrk="1" latinLnBrk="0" hangingPunct="1">
              <a:defRPr sz="1507" kern="1200">
                <a:solidFill>
                  <a:schemeClr val="tx1"/>
                </a:solidFill>
                <a:latin typeface="+mn-lt"/>
                <a:ea typeface="+mn-ea"/>
                <a:cs typeface="+mn-cs"/>
              </a:defRPr>
            </a:lvl5pPr>
            <a:lvl6pPr marL="1913182" algn="l" defTabSz="765273" rtl="0" eaLnBrk="1" latinLnBrk="0" hangingPunct="1">
              <a:defRPr sz="1507" kern="1200">
                <a:solidFill>
                  <a:schemeClr val="tx1"/>
                </a:solidFill>
                <a:latin typeface="+mn-lt"/>
                <a:ea typeface="+mn-ea"/>
                <a:cs typeface="+mn-cs"/>
              </a:defRPr>
            </a:lvl6pPr>
            <a:lvl7pPr marL="2295819" algn="l" defTabSz="765273" rtl="0" eaLnBrk="1" latinLnBrk="0" hangingPunct="1">
              <a:defRPr sz="1507" kern="1200">
                <a:solidFill>
                  <a:schemeClr val="tx1"/>
                </a:solidFill>
                <a:latin typeface="+mn-lt"/>
                <a:ea typeface="+mn-ea"/>
                <a:cs typeface="+mn-cs"/>
              </a:defRPr>
            </a:lvl7pPr>
            <a:lvl8pPr marL="2678454" algn="l" defTabSz="765273" rtl="0" eaLnBrk="1" latinLnBrk="0" hangingPunct="1">
              <a:defRPr sz="1507" kern="1200">
                <a:solidFill>
                  <a:schemeClr val="tx1"/>
                </a:solidFill>
                <a:latin typeface="+mn-lt"/>
                <a:ea typeface="+mn-ea"/>
                <a:cs typeface="+mn-cs"/>
              </a:defRPr>
            </a:lvl8pPr>
            <a:lvl9pPr marL="3061091" algn="l" defTabSz="765273" rtl="0" eaLnBrk="1" latinLnBrk="0" hangingPunct="1">
              <a:defRPr sz="1507" kern="1200">
                <a:solidFill>
                  <a:schemeClr val="tx1"/>
                </a:solidFill>
                <a:latin typeface="+mn-lt"/>
                <a:ea typeface="+mn-ea"/>
                <a:cs typeface="+mn-cs"/>
              </a:defRPr>
            </a:lvl9pPr>
          </a:lstStyle>
          <a:p>
            <a:fld id="{175D4B48-FFA5-7D40-9EA7-31B4854DE5AA}" type="slidenum">
              <a:rPr lang="en-US" b="0" i="0" smtClean="0">
                <a:solidFill>
                  <a:schemeClr val="bg1"/>
                </a:solidFill>
                <a:latin typeface="Arial" panose="020B0604020202020204" pitchFamily="34" charset="0"/>
                <a:ea typeface="Arial Regular" charset="0"/>
                <a:cs typeface="Arial" panose="020B0604020202020204" pitchFamily="34" charset="0"/>
              </a:rPr>
              <a:t>‹#›</a:t>
            </a:fld>
            <a:endParaRPr lang="en-US" b="0" i="0">
              <a:solidFill>
                <a:schemeClr val="bg1"/>
              </a:solidFill>
              <a:latin typeface="Arial" panose="020B0604020202020204" pitchFamily="34" charset="0"/>
              <a:ea typeface="Arial Regular" charset="0"/>
              <a:cs typeface="Arial" panose="020B0604020202020204" pitchFamily="34" charset="0"/>
            </a:endParaRPr>
          </a:p>
        </p:txBody>
      </p:sp>
      <p:sp>
        <p:nvSpPr>
          <p:cNvPr id="9" name="Oval 8">
            <a:extLst>
              <a:ext uri="{FF2B5EF4-FFF2-40B4-BE49-F238E27FC236}">
                <a16:creationId xmlns:a16="http://schemas.microsoft.com/office/drawing/2014/main" id="{FF155E18-C868-BE45-9BDE-659300931950}"/>
              </a:ext>
            </a:extLst>
          </p:cNvPr>
          <p:cNvSpPr/>
          <p:nvPr userDrawn="1"/>
        </p:nvSpPr>
        <p:spPr>
          <a:xfrm>
            <a:off x="11578625" y="6332135"/>
            <a:ext cx="372680" cy="37268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bg1"/>
              </a:solidFill>
              <a:latin typeface="Arial" panose="020B0604020202020204" pitchFamily="34" charset="0"/>
            </a:endParaRPr>
          </a:p>
        </p:txBody>
      </p:sp>
    </p:spTree>
    <p:extLst>
      <p:ext uri="{BB962C8B-B14F-4D97-AF65-F5344CB8AC3E}">
        <p14:creationId xmlns:p14="http://schemas.microsoft.com/office/powerpoint/2010/main" val="29355189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 Picture+ Yellow Graphic">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904C19-86A5-45AB-B1C6-AF48ED9C7956}"/>
              </a:ext>
            </a:extLst>
          </p:cNvPr>
          <p:cNvSpPr>
            <a:spLocks noGrp="1"/>
          </p:cNvSpPr>
          <p:nvPr>
            <p:ph type="title"/>
          </p:nvPr>
        </p:nvSpPr>
        <p:spPr>
          <a:xfrm>
            <a:off x="302683" y="228602"/>
            <a:ext cx="5935557" cy="777874"/>
          </a:xfrm>
          <a:prstGeom prst="rect">
            <a:avLst/>
          </a:prstGeom>
        </p:spPr>
        <p:txBody>
          <a:bodyPr lIns="0" rIns="0"/>
          <a:lstStyle>
            <a:lvl1pPr>
              <a:defRPr b="0" i="0">
                <a:latin typeface="Arial" panose="020B0604020202020204" pitchFamily="34" charset="0"/>
                <a:cs typeface="Arial" panose="020B0604020202020204" pitchFamily="34" charset="0"/>
              </a:defRPr>
            </a:lvl1pPr>
          </a:lstStyle>
          <a:p>
            <a:r>
              <a:rPr lang="en-US"/>
              <a:t>Click to edit Master title style</a:t>
            </a:r>
            <a:endParaRPr lang="en-ID"/>
          </a:p>
        </p:txBody>
      </p:sp>
      <p:sp>
        <p:nvSpPr>
          <p:cNvPr id="13" name="Picture Placeholder 12"/>
          <p:cNvSpPr>
            <a:spLocks noGrp="1"/>
          </p:cNvSpPr>
          <p:nvPr>
            <p:ph type="pic" sz="quarter" idx="13"/>
          </p:nvPr>
        </p:nvSpPr>
        <p:spPr>
          <a:xfrm>
            <a:off x="6493859" y="2299855"/>
            <a:ext cx="1821873" cy="4558145"/>
          </a:xfrm>
          <a:prstGeom prst="rect">
            <a:avLst/>
          </a:prstGeom>
          <a:blipFill>
            <a:blip r:embed="rId2" cstate="email">
              <a:extLst>
                <a:ext uri="{28A0092B-C50C-407E-A947-70E740481C1C}">
                  <a14:useLocalDpi xmlns:a14="http://schemas.microsoft.com/office/drawing/2010/main"/>
                </a:ext>
              </a:extLst>
            </a:blip>
            <a:srcRect/>
            <a:stretch>
              <a:fillRect/>
            </a:stretch>
          </a:blipFill>
        </p:spPr>
        <p:txBody>
          <a:bodyPr/>
          <a:lstStyle>
            <a:lvl1pPr>
              <a:defRPr b="0" i="0">
                <a:latin typeface="Arial" panose="020B0604020202020204" pitchFamily="34" charset="0"/>
                <a:ea typeface="Arial Regular" charset="0"/>
                <a:cs typeface="Arial" panose="020B0604020202020204" pitchFamily="34" charset="0"/>
              </a:defRPr>
            </a:lvl1pPr>
          </a:lstStyle>
          <a:p>
            <a:r>
              <a:rPr lang="en-US"/>
              <a:t>Click icon to add picture</a:t>
            </a:r>
            <a:endParaRPr lang="id-ID"/>
          </a:p>
        </p:txBody>
      </p:sp>
      <p:sp>
        <p:nvSpPr>
          <p:cNvPr id="8" name="Picture Placeholder 12"/>
          <p:cNvSpPr>
            <a:spLocks noGrp="1"/>
          </p:cNvSpPr>
          <p:nvPr>
            <p:ph type="pic" sz="quarter" idx="14"/>
          </p:nvPr>
        </p:nvSpPr>
        <p:spPr>
          <a:xfrm>
            <a:off x="8432609" y="-3722"/>
            <a:ext cx="1821873" cy="4558145"/>
          </a:xfrm>
          <a:prstGeom prst="rect">
            <a:avLst/>
          </a:prstGeom>
          <a:blipFill>
            <a:blip r:embed="rId3" cstate="screen">
              <a:extLst>
                <a:ext uri="{28A0092B-C50C-407E-A947-70E740481C1C}">
                  <a14:useLocalDpi xmlns:a14="http://schemas.microsoft.com/office/drawing/2010/main"/>
                </a:ext>
              </a:extLst>
            </a:blip>
            <a:srcRect/>
            <a:stretch>
              <a:fillRect l="-77081" t="-29813" r="-312149" b="-538"/>
            </a:stretch>
          </a:blipFill>
        </p:spPr>
        <p:txBody>
          <a:bodyPr/>
          <a:lstStyle>
            <a:lvl1pPr>
              <a:defRPr b="0" i="0">
                <a:latin typeface="Arial" panose="020B0604020202020204" pitchFamily="34" charset="0"/>
                <a:ea typeface="Arial Regular" charset="0"/>
                <a:cs typeface="Arial" panose="020B0604020202020204" pitchFamily="34" charset="0"/>
              </a:defRPr>
            </a:lvl1pPr>
          </a:lstStyle>
          <a:p>
            <a:r>
              <a:rPr lang="en-US"/>
              <a:t>Click icon to add picture</a:t>
            </a:r>
            <a:endParaRPr lang="id-ID"/>
          </a:p>
        </p:txBody>
      </p:sp>
      <p:sp>
        <p:nvSpPr>
          <p:cNvPr id="11" name="Picture Placeholder 12"/>
          <p:cNvSpPr>
            <a:spLocks noGrp="1"/>
          </p:cNvSpPr>
          <p:nvPr>
            <p:ph type="pic" sz="quarter" idx="15"/>
          </p:nvPr>
        </p:nvSpPr>
        <p:spPr>
          <a:xfrm>
            <a:off x="10372598" y="2299854"/>
            <a:ext cx="1821873" cy="4558145"/>
          </a:xfrm>
          <a:prstGeom prst="rect">
            <a:avLst/>
          </a:prstGeom>
          <a:blipFill>
            <a:blip r:embed="rId4" cstate="email">
              <a:extLst>
                <a:ext uri="{28A0092B-C50C-407E-A947-70E740481C1C}">
                  <a14:useLocalDpi xmlns:a14="http://schemas.microsoft.com/office/drawing/2010/main"/>
                </a:ext>
              </a:extLst>
            </a:blip>
            <a:stretch>
              <a:fillRect t="82"/>
            </a:stretch>
          </a:blipFill>
        </p:spPr>
        <p:txBody>
          <a:bodyPr/>
          <a:lstStyle>
            <a:lvl1pPr>
              <a:defRPr b="0" i="0">
                <a:latin typeface="Arial" panose="020B0604020202020204" pitchFamily="34" charset="0"/>
                <a:ea typeface="Arial Regular" charset="0"/>
                <a:cs typeface="Arial" panose="020B0604020202020204" pitchFamily="34" charset="0"/>
              </a:defRPr>
            </a:lvl1pPr>
          </a:lstStyle>
          <a:p>
            <a:r>
              <a:rPr lang="en-US"/>
              <a:t>Click icon to add picture</a:t>
            </a:r>
            <a:endParaRPr lang="id-ID"/>
          </a:p>
        </p:txBody>
      </p:sp>
      <p:sp>
        <p:nvSpPr>
          <p:cNvPr id="3" name="Rectangle 2">
            <a:extLst>
              <a:ext uri="{FF2B5EF4-FFF2-40B4-BE49-F238E27FC236}">
                <a16:creationId xmlns:a16="http://schemas.microsoft.com/office/drawing/2014/main" id="{F15A5903-2FB9-104D-81B5-2AFD1EB8A521}"/>
              </a:ext>
            </a:extLst>
          </p:cNvPr>
          <p:cNvSpPr/>
          <p:nvPr userDrawn="1"/>
        </p:nvSpPr>
        <p:spPr>
          <a:xfrm>
            <a:off x="6493858" y="-3722"/>
            <a:ext cx="1821873" cy="2188122"/>
          </a:xfrm>
          <a:prstGeom prst="rect">
            <a:avLst/>
          </a:prstGeom>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b="0" i="0">
              <a:latin typeface="Arial" panose="020B0604020202020204" pitchFamily="34" charset="0"/>
            </a:endParaRPr>
          </a:p>
        </p:txBody>
      </p:sp>
      <p:sp>
        <p:nvSpPr>
          <p:cNvPr id="9" name="Rectangle 8">
            <a:extLst>
              <a:ext uri="{FF2B5EF4-FFF2-40B4-BE49-F238E27FC236}">
                <a16:creationId xmlns:a16="http://schemas.microsoft.com/office/drawing/2014/main" id="{1EA717CC-6EB2-6D44-8FF0-2C4378FB461A}"/>
              </a:ext>
            </a:extLst>
          </p:cNvPr>
          <p:cNvSpPr/>
          <p:nvPr userDrawn="1"/>
        </p:nvSpPr>
        <p:spPr>
          <a:xfrm>
            <a:off x="10372598" y="0"/>
            <a:ext cx="1821873" cy="2184400"/>
          </a:xfrm>
          <a:prstGeom prst="rect">
            <a:avLst/>
          </a:prstGeom>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b="0" i="0">
              <a:latin typeface="Arial" panose="020B0604020202020204" pitchFamily="34" charset="0"/>
            </a:endParaRPr>
          </a:p>
        </p:txBody>
      </p:sp>
      <p:sp>
        <p:nvSpPr>
          <p:cNvPr id="10" name="Rectangle 9">
            <a:extLst>
              <a:ext uri="{FF2B5EF4-FFF2-40B4-BE49-F238E27FC236}">
                <a16:creationId xmlns:a16="http://schemas.microsoft.com/office/drawing/2014/main" id="{2BDC120D-C894-614E-884F-0ED66362CF6A}"/>
              </a:ext>
            </a:extLst>
          </p:cNvPr>
          <p:cNvSpPr/>
          <p:nvPr userDrawn="1"/>
        </p:nvSpPr>
        <p:spPr>
          <a:xfrm>
            <a:off x="8432608" y="4669877"/>
            <a:ext cx="1821873" cy="2188122"/>
          </a:xfrm>
          <a:prstGeom prst="rect">
            <a:avLst/>
          </a:prstGeom>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b="0" i="0">
              <a:latin typeface="Arial" panose="020B0604020202020204" pitchFamily="34" charset="0"/>
            </a:endParaRPr>
          </a:p>
        </p:txBody>
      </p:sp>
      <p:sp>
        <p:nvSpPr>
          <p:cNvPr id="5" name="Text Placeholder 4">
            <a:extLst>
              <a:ext uri="{FF2B5EF4-FFF2-40B4-BE49-F238E27FC236}">
                <a16:creationId xmlns:a16="http://schemas.microsoft.com/office/drawing/2014/main" id="{971CC1E1-3382-A142-B925-5300252131CA}"/>
              </a:ext>
            </a:extLst>
          </p:cNvPr>
          <p:cNvSpPr>
            <a:spLocks noGrp="1"/>
          </p:cNvSpPr>
          <p:nvPr>
            <p:ph type="body" sz="quarter" idx="16"/>
          </p:nvPr>
        </p:nvSpPr>
        <p:spPr>
          <a:xfrm>
            <a:off x="303213" y="1412875"/>
            <a:ext cx="5935662" cy="4438650"/>
          </a:xfrm>
          <a:prstGeom prst="rect">
            <a:avLst/>
          </a:prstGeom>
        </p:spPr>
        <p:txBody>
          <a:bodyPr lIns="0" rIns="0"/>
          <a:lstStyle>
            <a:lvl1pPr>
              <a:defRPr b="0" i="0">
                <a:solidFill>
                  <a:schemeClr val="tx1"/>
                </a:solidFill>
                <a:latin typeface="Arial" panose="020B0604020202020204" pitchFamily="34" charset="0"/>
                <a:ea typeface="Arial Regular" charset="0"/>
                <a:cs typeface="Arial" panose="020B0604020202020204" pitchFamily="34" charset="0"/>
              </a:defRPr>
            </a:lvl1pPr>
            <a:lvl2pPr>
              <a:defRPr b="0" i="0">
                <a:solidFill>
                  <a:schemeClr val="tx1"/>
                </a:solidFill>
                <a:latin typeface="Arial" panose="020B0604020202020204" pitchFamily="34" charset="0"/>
                <a:ea typeface="Arial Regular" charset="0"/>
                <a:cs typeface="Arial" panose="020B0604020202020204" pitchFamily="34" charset="0"/>
              </a:defRPr>
            </a:lvl2pPr>
            <a:lvl3pPr>
              <a:defRPr b="0" i="0">
                <a:solidFill>
                  <a:schemeClr val="tx1"/>
                </a:solidFill>
                <a:latin typeface="Arial" panose="020B0604020202020204" pitchFamily="34" charset="0"/>
                <a:ea typeface="Arial Regular" charset="0"/>
                <a:cs typeface="Arial" panose="020B0604020202020204" pitchFamily="34" charset="0"/>
              </a:defRPr>
            </a:lvl3pPr>
            <a:lvl4pPr>
              <a:defRPr b="0" i="0">
                <a:solidFill>
                  <a:schemeClr val="tx1"/>
                </a:solidFill>
                <a:latin typeface="Arial" panose="020B0604020202020204" pitchFamily="34" charset="0"/>
                <a:ea typeface="Arial Regular" charset="0"/>
                <a:cs typeface="Arial" panose="020B0604020202020204" pitchFamily="34" charset="0"/>
              </a:defRPr>
            </a:lvl4pPr>
            <a:lvl5pPr>
              <a:defRPr b="0" i="0">
                <a:solidFill>
                  <a:schemeClr val="tx1"/>
                </a:solidFill>
                <a:latin typeface="Arial" panose="020B0604020202020204" pitchFamily="34" charset="0"/>
                <a:ea typeface="Arial Regular"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88996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mparison Slid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8A8952-1961-EC47-86A5-B5AF3AC78350}"/>
              </a:ext>
            </a:extLst>
          </p:cNvPr>
          <p:cNvSpPr>
            <a:spLocks noGrp="1"/>
          </p:cNvSpPr>
          <p:nvPr>
            <p:ph type="title"/>
          </p:nvPr>
        </p:nvSpPr>
        <p:spPr>
          <a:xfrm>
            <a:off x="494752" y="780081"/>
            <a:ext cx="3359190" cy="859815"/>
          </a:xfrm>
          <a:prstGeom prst="rect">
            <a:avLst/>
          </a:prstGeom>
        </p:spPr>
        <p:txBody>
          <a:bodyPr/>
          <a:lstStyle>
            <a:lvl1pPr>
              <a:defRPr sz="1800" b="0" i="0">
                <a:solidFill>
                  <a:schemeClr val="accent1"/>
                </a:solidFill>
                <a:latin typeface="Arial" panose="020B0604020202020204" pitchFamily="34" charset="0"/>
                <a:cs typeface="Arial" panose="020B0604020202020204" pitchFamily="34" charset="0"/>
              </a:defRPr>
            </a:lvl1pPr>
          </a:lstStyle>
          <a:p>
            <a:r>
              <a:rPr lang="en-US"/>
              <a:t>Click to edit Master title style</a:t>
            </a:r>
          </a:p>
        </p:txBody>
      </p:sp>
      <p:sp>
        <p:nvSpPr>
          <p:cNvPr id="7" name="Picture Placeholder 6">
            <a:extLst>
              <a:ext uri="{FF2B5EF4-FFF2-40B4-BE49-F238E27FC236}">
                <a16:creationId xmlns:a16="http://schemas.microsoft.com/office/drawing/2014/main" id="{7CBD88BD-53A9-DE45-8715-4272DD703748}"/>
              </a:ext>
            </a:extLst>
          </p:cNvPr>
          <p:cNvSpPr>
            <a:spLocks noGrp="1"/>
          </p:cNvSpPr>
          <p:nvPr>
            <p:ph type="pic" sz="quarter" idx="10"/>
          </p:nvPr>
        </p:nvSpPr>
        <p:spPr>
          <a:xfrm>
            <a:off x="4320665" y="0"/>
            <a:ext cx="3705735" cy="6858000"/>
          </a:xfrm>
          <a:prstGeom prst="rect">
            <a:avLst/>
          </a:prstGeom>
          <a:blipFill>
            <a:blip r:embed="rId2" cstate="email">
              <a:extLst>
                <a:ext uri="{28A0092B-C50C-407E-A947-70E740481C1C}">
                  <a14:useLocalDpi xmlns:a14="http://schemas.microsoft.com/office/drawing/2010/main"/>
                </a:ext>
              </a:extLst>
            </a:blip>
            <a:srcRect/>
            <a:stretch>
              <a:fillRect/>
            </a:stretch>
          </a:blipFill>
        </p:spPr>
        <p:txBody>
          <a:bodyPr/>
          <a:lstStyle>
            <a:lvl1pPr>
              <a:defRPr b="0" i="0">
                <a:solidFill>
                  <a:schemeClr val="bg1"/>
                </a:solidFill>
                <a:latin typeface="Arial" panose="020B0604020202020204" pitchFamily="34" charset="0"/>
                <a:ea typeface="Arial Regular" charset="0"/>
                <a:cs typeface="Arial" panose="020B0604020202020204" pitchFamily="34" charset="0"/>
              </a:defRPr>
            </a:lvl1pPr>
          </a:lstStyle>
          <a:p>
            <a:r>
              <a:rPr lang="en-US"/>
              <a:t>Click icon to add picture</a:t>
            </a:r>
          </a:p>
        </p:txBody>
      </p:sp>
      <p:sp>
        <p:nvSpPr>
          <p:cNvPr id="10" name="Content Placeholder 9">
            <a:extLst>
              <a:ext uri="{FF2B5EF4-FFF2-40B4-BE49-F238E27FC236}">
                <a16:creationId xmlns:a16="http://schemas.microsoft.com/office/drawing/2014/main" id="{91DC8723-D1FD-474D-9782-7E5BD599F2B5}"/>
              </a:ext>
            </a:extLst>
          </p:cNvPr>
          <p:cNvSpPr>
            <a:spLocks noGrp="1"/>
          </p:cNvSpPr>
          <p:nvPr>
            <p:ph sz="quarter" idx="11"/>
          </p:nvPr>
        </p:nvSpPr>
        <p:spPr>
          <a:xfrm>
            <a:off x="495300" y="1671638"/>
            <a:ext cx="3369752" cy="4386262"/>
          </a:xfrm>
          <a:prstGeom prst="rect">
            <a:avLst/>
          </a:prstGeom>
        </p:spPr>
        <p:txBody>
          <a:bodyPr/>
          <a:lstStyle>
            <a:lvl1pPr>
              <a:buClr>
                <a:schemeClr val="accent3"/>
              </a:buClr>
              <a:defRPr sz="1800" b="0" i="0">
                <a:solidFill>
                  <a:schemeClr val="tx1"/>
                </a:solidFill>
                <a:latin typeface="Arial" panose="020B0604020202020204" pitchFamily="34" charset="0"/>
                <a:ea typeface="Arial Regular" charset="0"/>
                <a:cs typeface="Arial" panose="020B0604020202020204" pitchFamily="34" charset="0"/>
              </a:defRPr>
            </a:lvl1pPr>
            <a:lvl2pPr>
              <a:buClr>
                <a:schemeClr val="accent3"/>
              </a:buClr>
              <a:defRPr sz="1800" b="0" i="0">
                <a:solidFill>
                  <a:schemeClr val="tx1"/>
                </a:solidFill>
                <a:latin typeface="Arial" panose="020B0604020202020204" pitchFamily="34" charset="0"/>
                <a:ea typeface="Arial Regular" charset="0"/>
                <a:cs typeface="Arial" panose="020B0604020202020204" pitchFamily="34" charset="0"/>
              </a:defRPr>
            </a:lvl2pPr>
            <a:lvl3pPr>
              <a:buClr>
                <a:schemeClr val="accent3"/>
              </a:buClr>
              <a:defRPr sz="1800" b="0" i="0">
                <a:solidFill>
                  <a:schemeClr val="tx1"/>
                </a:solidFill>
                <a:latin typeface="Arial" panose="020B0604020202020204" pitchFamily="34" charset="0"/>
                <a:ea typeface="Arial Regular" charset="0"/>
                <a:cs typeface="Arial" panose="020B0604020202020204" pitchFamily="34" charset="0"/>
              </a:defRPr>
            </a:lvl3pPr>
            <a:lvl4pPr marL="1712214" indent="-285750">
              <a:buClr>
                <a:schemeClr val="accent3"/>
              </a:buClr>
              <a:buSzPct val="100000"/>
              <a:buFont typeface="Arial" panose="020B0604020202020204" pitchFamily="34" charset="0"/>
              <a:buChar char="•"/>
              <a:defRPr sz="1800" b="0" i="0">
                <a:solidFill>
                  <a:schemeClr val="tx1"/>
                </a:solidFill>
                <a:latin typeface="Arial" panose="020B0604020202020204" pitchFamily="34" charset="0"/>
                <a:ea typeface="Arial Regular" charset="0"/>
                <a:cs typeface="Arial" panose="020B0604020202020204" pitchFamily="34" charset="0"/>
              </a:defRPr>
            </a:lvl4pPr>
            <a:lvl5pPr>
              <a:buClr>
                <a:schemeClr val="accent3"/>
              </a:buClr>
              <a:buSzPct val="100000"/>
              <a:defRPr sz="1800" b="0" i="0">
                <a:solidFill>
                  <a:schemeClr val="tx1"/>
                </a:solidFill>
                <a:latin typeface="Arial" panose="020B0604020202020204" pitchFamily="34" charset="0"/>
                <a:ea typeface="Arial Regular"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9">
            <a:extLst>
              <a:ext uri="{FF2B5EF4-FFF2-40B4-BE49-F238E27FC236}">
                <a16:creationId xmlns:a16="http://schemas.microsoft.com/office/drawing/2014/main" id="{89569C2D-EF2B-5C44-91C9-CBDD2557BB09}"/>
              </a:ext>
            </a:extLst>
          </p:cNvPr>
          <p:cNvSpPr>
            <a:spLocks noGrp="1"/>
          </p:cNvSpPr>
          <p:nvPr>
            <p:ph sz="quarter" idx="12"/>
          </p:nvPr>
        </p:nvSpPr>
        <p:spPr>
          <a:xfrm>
            <a:off x="8493123" y="1638462"/>
            <a:ext cx="3549059" cy="4386262"/>
          </a:xfrm>
          <a:prstGeom prst="rect">
            <a:avLst/>
          </a:prstGeom>
        </p:spPr>
        <p:txBody>
          <a:bodyPr/>
          <a:lstStyle>
            <a:lvl1pPr>
              <a:buClr>
                <a:schemeClr val="accent3"/>
              </a:buClr>
              <a:defRPr sz="1800" b="0" i="0">
                <a:solidFill>
                  <a:schemeClr val="tx1"/>
                </a:solidFill>
                <a:latin typeface="Arial" panose="020B0604020202020204" pitchFamily="34" charset="0"/>
                <a:ea typeface="Arial Regular" charset="0"/>
                <a:cs typeface="Arial" panose="020B0604020202020204" pitchFamily="34" charset="0"/>
              </a:defRPr>
            </a:lvl1pPr>
            <a:lvl2pPr>
              <a:buClr>
                <a:schemeClr val="accent3"/>
              </a:buClr>
              <a:defRPr sz="1800" b="0" i="0">
                <a:solidFill>
                  <a:schemeClr val="tx1"/>
                </a:solidFill>
                <a:latin typeface="Arial" panose="020B0604020202020204" pitchFamily="34" charset="0"/>
                <a:ea typeface="Arial Regular" charset="0"/>
                <a:cs typeface="Arial" panose="020B0604020202020204" pitchFamily="34" charset="0"/>
              </a:defRPr>
            </a:lvl2pPr>
            <a:lvl3pPr>
              <a:buClr>
                <a:schemeClr val="accent3"/>
              </a:buClr>
              <a:defRPr sz="1800" b="0" i="0">
                <a:solidFill>
                  <a:schemeClr val="tx1"/>
                </a:solidFill>
                <a:latin typeface="Arial" panose="020B0604020202020204" pitchFamily="34" charset="0"/>
                <a:ea typeface="Arial Regular" charset="0"/>
                <a:cs typeface="Arial" panose="020B0604020202020204" pitchFamily="34" charset="0"/>
              </a:defRPr>
            </a:lvl3pPr>
            <a:lvl4pPr marL="1712214" indent="-285750">
              <a:buClr>
                <a:schemeClr val="accent3"/>
              </a:buClr>
              <a:buSzPct val="100000"/>
              <a:buFont typeface="Arial" panose="020B0604020202020204" pitchFamily="34" charset="0"/>
              <a:buChar char="•"/>
              <a:defRPr sz="1800" b="0" i="0">
                <a:solidFill>
                  <a:schemeClr val="tx1"/>
                </a:solidFill>
                <a:latin typeface="Arial" panose="020B0604020202020204" pitchFamily="34" charset="0"/>
                <a:ea typeface="Arial Regular" charset="0"/>
                <a:cs typeface="Arial" panose="020B0604020202020204" pitchFamily="34" charset="0"/>
              </a:defRPr>
            </a:lvl4pPr>
            <a:lvl5pPr>
              <a:buClr>
                <a:schemeClr val="accent3"/>
              </a:buClr>
              <a:buSzPct val="100000"/>
              <a:defRPr sz="1800" b="0" i="0">
                <a:solidFill>
                  <a:schemeClr val="tx1"/>
                </a:solidFill>
                <a:latin typeface="Arial" panose="020B0604020202020204" pitchFamily="34" charset="0"/>
                <a:ea typeface="Arial Regular"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2">
            <a:extLst>
              <a:ext uri="{FF2B5EF4-FFF2-40B4-BE49-F238E27FC236}">
                <a16:creationId xmlns:a16="http://schemas.microsoft.com/office/drawing/2014/main" id="{F67BDBC0-2998-B644-B10E-AEAE04CFDD90}"/>
              </a:ext>
            </a:extLst>
          </p:cNvPr>
          <p:cNvSpPr>
            <a:spLocks noGrp="1"/>
          </p:cNvSpPr>
          <p:nvPr>
            <p:ph type="body" sz="quarter" idx="13"/>
          </p:nvPr>
        </p:nvSpPr>
        <p:spPr>
          <a:xfrm>
            <a:off x="8482013" y="800100"/>
            <a:ext cx="3560170" cy="838362"/>
          </a:xfrm>
          <a:prstGeom prst="rect">
            <a:avLst/>
          </a:prstGeom>
        </p:spPr>
        <p:txBody>
          <a:bodyPr/>
          <a:lstStyle>
            <a:lvl1pPr marL="54864" indent="0">
              <a:buNone/>
              <a:defRPr b="0" i="0">
                <a:solidFill>
                  <a:schemeClr val="accent1"/>
                </a:solidFill>
                <a:latin typeface="Arial" panose="020B0604020202020204" pitchFamily="34" charset="0"/>
                <a:ea typeface="Arial Regular" charset="0"/>
                <a:cs typeface="Arial" panose="020B0604020202020204" pitchFamily="34" charset="0"/>
              </a:defRPr>
            </a:lvl1pPr>
            <a:lvl2pPr marL="512064" indent="0">
              <a:buNone/>
              <a:defRPr/>
            </a:lvl2pPr>
          </a:lstStyle>
          <a:p>
            <a:pPr lvl="0"/>
            <a:r>
              <a:rPr lang="en-US"/>
              <a:t>Click to edit Master text styles</a:t>
            </a:r>
          </a:p>
        </p:txBody>
      </p:sp>
    </p:spTree>
    <p:extLst>
      <p:ext uri="{BB962C8B-B14F-4D97-AF65-F5344CB8AC3E}">
        <p14:creationId xmlns:p14="http://schemas.microsoft.com/office/powerpoint/2010/main" val="27408238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 Images + Content">
    <p:spTree>
      <p:nvGrpSpPr>
        <p:cNvPr id="1" name=""/>
        <p:cNvGrpSpPr/>
        <p:nvPr/>
      </p:nvGrpSpPr>
      <p:grpSpPr>
        <a:xfrm>
          <a:off x="0" y="0"/>
          <a:ext cx="0" cy="0"/>
          <a:chOff x="0" y="0"/>
          <a:chExt cx="0" cy="0"/>
        </a:xfrm>
      </p:grpSpPr>
      <p:sp>
        <p:nvSpPr>
          <p:cNvPr id="2" name="Title 1"/>
          <p:cNvSpPr>
            <a:spLocks noGrp="1"/>
          </p:cNvSpPr>
          <p:nvPr>
            <p:ph type="title"/>
          </p:nvPr>
        </p:nvSpPr>
        <p:spPr>
          <a:xfrm>
            <a:off x="302683" y="228601"/>
            <a:ext cx="11584516" cy="521677"/>
          </a:xfrm>
          <a:prstGeom prst="rect">
            <a:avLst/>
          </a:prstGeom>
        </p:spPr>
        <p:txBody>
          <a:bodyPr lIns="0" rIns="0"/>
          <a:lstStyle>
            <a:lvl1pPr>
              <a:defRPr b="0" i="0">
                <a:latin typeface="Arial" panose="020B0604020202020204" pitchFamily="34" charset="0"/>
                <a:cs typeface="Arial" panose="020B0604020202020204" pitchFamily="34" charset="0"/>
              </a:defRPr>
            </a:lvl1pPr>
          </a:lstStyle>
          <a:p>
            <a:r>
              <a:rPr lang="en-US"/>
              <a:t>Click to edit Master title style</a:t>
            </a:r>
            <a:endParaRPr lang="id-ID"/>
          </a:p>
        </p:txBody>
      </p:sp>
      <p:sp>
        <p:nvSpPr>
          <p:cNvPr id="28" name="Picture Placeholder 3"/>
          <p:cNvSpPr>
            <a:spLocks noGrp="1"/>
          </p:cNvSpPr>
          <p:nvPr>
            <p:ph type="pic" sz="quarter" idx="11"/>
          </p:nvPr>
        </p:nvSpPr>
        <p:spPr>
          <a:xfrm>
            <a:off x="6486240" y="2244205"/>
            <a:ext cx="4156305" cy="2376177"/>
          </a:xfrm>
          <a:prstGeom prst="rect">
            <a:avLst/>
          </a:prstGeom>
        </p:spPr>
        <p:txBody>
          <a:bodyPr/>
          <a:lstStyle>
            <a:lvl1pPr>
              <a:defRPr b="0" i="0">
                <a:latin typeface="Arial" panose="020B0604020202020204" pitchFamily="34" charset="0"/>
                <a:ea typeface="Arial Regular" charset="0"/>
                <a:cs typeface="Arial" panose="020B0604020202020204" pitchFamily="34" charset="0"/>
              </a:defRPr>
            </a:lvl1pPr>
          </a:lstStyle>
          <a:p>
            <a:r>
              <a:rPr lang="en-US"/>
              <a:t>Click icon to add picture</a:t>
            </a:r>
            <a:endParaRPr lang="id-ID"/>
          </a:p>
        </p:txBody>
      </p:sp>
      <p:sp>
        <p:nvSpPr>
          <p:cNvPr id="68" name="Picture Placeholder 3"/>
          <p:cNvSpPr>
            <a:spLocks noGrp="1"/>
          </p:cNvSpPr>
          <p:nvPr>
            <p:ph type="pic" sz="quarter" idx="12"/>
          </p:nvPr>
        </p:nvSpPr>
        <p:spPr>
          <a:xfrm>
            <a:off x="6485552" y="0"/>
            <a:ext cx="4156305" cy="2236396"/>
          </a:xfrm>
          <a:prstGeom prst="rect">
            <a:avLst/>
          </a:prstGeom>
        </p:spPr>
        <p:txBody>
          <a:bodyPr/>
          <a:lstStyle>
            <a:lvl1pPr>
              <a:defRPr b="0" i="0">
                <a:latin typeface="Arial" panose="020B0604020202020204" pitchFamily="34" charset="0"/>
                <a:ea typeface="Arial Regular" charset="0"/>
                <a:cs typeface="Arial" panose="020B0604020202020204" pitchFamily="34" charset="0"/>
              </a:defRPr>
            </a:lvl1pPr>
          </a:lstStyle>
          <a:p>
            <a:r>
              <a:rPr lang="en-US"/>
              <a:t>Click icon to add picture</a:t>
            </a:r>
            <a:endParaRPr lang="id-ID"/>
          </a:p>
        </p:txBody>
      </p:sp>
      <p:sp>
        <p:nvSpPr>
          <p:cNvPr id="69" name="Picture Placeholder 3"/>
          <p:cNvSpPr>
            <a:spLocks noGrp="1"/>
          </p:cNvSpPr>
          <p:nvPr>
            <p:ph type="pic" sz="quarter" idx="13"/>
          </p:nvPr>
        </p:nvSpPr>
        <p:spPr>
          <a:xfrm>
            <a:off x="6486928" y="4627235"/>
            <a:ext cx="4156305" cy="2230766"/>
          </a:xfrm>
          <a:prstGeom prst="rect">
            <a:avLst/>
          </a:prstGeom>
        </p:spPr>
        <p:txBody>
          <a:bodyPr/>
          <a:lstStyle>
            <a:lvl1pPr>
              <a:defRPr b="0" i="0">
                <a:latin typeface="Arial" panose="020B0604020202020204" pitchFamily="34" charset="0"/>
                <a:ea typeface="Arial Regular" charset="0"/>
                <a:cs typeface="Arial" panose="020B0604020202020204" pitchFamily="34" charset="0"/>
              </a:defRPr>
            </a:lvl1pPr>
          </a:lstStyle>
          <a:p>
            <a:r>
              <a:rPr lang="en-US"/>
              <a:t>Click icon to add picture</a:t>
            </a:r>
            <a:endParaRPr lang="id-ID"/>
          </a:p>
        </p:txBody>
      </p:sp>
      <p:sp>
        <p:nvSpPr>
          <p:cNvPr id="4" name="Content Placeholder 3">
            <a:extLst>
              <a:ext uri="{FF2B5EF4-FFF2-40B4-BE49-F238E27FC236}">
                <a16:creationId xmlns:a16="http://schemas.microsoft.com/office/drawing/2014/main" id="{B2A15E2B-A380-734C-BBF3-E580089669B6}"/>
              </a:ext>
            </a:extLst>
          </p:cNvPr>
          <p:cNvSpPr>
            <a:spLocks noGrp="1"/>
          </p:cNvSpPr>
          <p:nvPr>
            <p:ph sz="quarter" idx="14"/>
          </p:nvPr>
        </p:nvSpPr>
        <p:spPr>
          <a:xfrm>
            <a:off x="303214" y="1062038"/>
            <a:ext cx="5401860" cy="4572000"/>
          </a:xfrm>
          <a:prstGeom prst="rect">
            <a:avLst/>
          </a:prstGeom>
        </p:spPr>
        <p:txBody>
          <a:bodyPr lIns="0" rIns="0"/>
          <a:lstStyle>
            <a:lvl1pPr>
              <a:defRPr b="0" i="0">
                <a:solidFill>
                  <a:schemeClr val="tx1"/>
                </a:solidFill>
                <a:latin typeface="Arial" panose="020B0604020202020204" pitchFamily="34" charset="0"/>
                <a:ea typeface="Arial Regular" charset="0"/>
                <a:cs typeface="Arial" panose="020B0604020202020204" pitchFamily="34" charset="0"/>
              </a:defRPr>
            </a:lvl1pPr>
            <a:lvl2pPr>
              <a:defRPr b="0" i="0">
                <a:solidFill>
                  <a:schemeClr val="tx1"/>
                </a:solidFill>
                <a:latin typeface="Arial" panose="020B0604020202020204" pitchFamily="34" charset="0"/>
                <a:ea typeface="Arial Regular" charset="0"/>
                <a:cs typeface="Arial" panose="020B0604020202020204" pitchFamily="34" charset="0"/>
              </a:defRPr>
            </a:lvl2pPr>
            <a:lvl3pPr>
              <a:defRPr b="0" i="0">
                <a:solidFill>
                  <a:schemeClr val="tx1"/>
                </a:solidFill>
                <a:latin typeface="Arial" panose="020B0604020202020204" pitchFamily="34" charset="0"/>
                <a:ea typeface="Arial Regular" charset="0"/>
                <a:cs typeface="Arial" panose="020B0604020202020204" pitchFamily="34" charset="0"/>
              </a:defRPr>
            </a:lvl3pPr>
            <a:lvl4pPr>
              <a:defRPr b="0" i="0">
                <a:solidFill>
                  <a:schemeClr val="tx1"/>
                </a:solidFill>
                <a:latin typeface="Arial" panose="020B0604020202020204" pitchFamily="34" charset="0"/>
                <a:ea typeface="Arial Regular" charset="0"/>
                <a:cs typeface="Arial" panose="020B0604020202020204" pitchFamily="34" charset="0"/>
              </a:defRPr>
            </a:lvl4pPr>
            <a:lvl5pPr>
              <a:defRPr b="0" i="0">
                <a:solidFill>
                  <a:schemeClr val="tx1"/>
                </a:solidFill>
                <a:latin typeface="Arial" panose="020B0604020202020204" pitchFamily="34" charset="0"/>
                <a:ea typeface="Arial Regular"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541182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pic>
        <p:nvPicPr>
          <p:cNvPr id="7" name="Picture Placeholder 3">
            <a:extLst>
              <a:ext uri="{FF2B5EF4-FFF2-40B4-BE49-F238E27FC236}">
                <a16:creationId xmlns:a16="http://schemas.microsoft.com/office/drawing/2014/main" id="{45B23344-5612-9142-8E03-D95558C9BD32}"/>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161575" y="0"/>
            <a:ext cx="12353575" cy="6902426"/>
          </a:xfrm>
          <a:prstGeom prst="rect">
            <a:avLst/>
          </a:prstGeom>
        </p:spPr>
      </p:pic>
      <p:sp>
        <p:nvSpPr>
          <p:cNvPr id="9" name="Rectangle 8">
            <a:extLst>
              <a:ext uri="{FF2B5EF4-FFF2-40B4-BE49-F238E27FC236}">
                <a16:creationId xmlns:a16="http://schemas.microsoft.com/office/drawing/2014/main" id="{1B89C9C5-FA98-B44A-8B5C-72B0682BA691}"/>
              </a:ext>
            </a:extLst>
          </p:cNvPr>
          <p:cNvSpPr/>
          <p:nvPr userDrawn="1"/>
        </p:nvSpPr>
        <p:spPr>
          <a:xfrm>
            <a:off x="-163645" y="-12651"/>
            <a:ext cx="12191999" cy="6870651"/>
          </a:xfrm>
          <a:prstGeom prst="rect">
            <a:avLst/>
          </a:prstGeom>
          <a:solidFill>
            <a:schemeClr val="tx1">
              <a:alpha val="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b="0" i="0">
              <a:latin typeface="Arial" panose="020B0604020202020204" pitchFamily="34" charset="0"/>
              <a:cs typeface="Arial" panose="020B0604020202020204" pitchFamily="34" charset="0"/>
            </a:endParaRPr>
          </a:p>
        </p:txBody>
      </p:sp>
      <p:sp>
        <p:nvSpPr>
          <p:cNvPr id="13" name="Rectangle 12">
            <a:extLst>
              <a:ext uri="{FF2B5EF4-FFF2-40B4-BE49-F238E27FC236}">
                <a16:creationId xmlns:a16="http://schemas.microsoft.com/office/drawing/2014/main" id="{9C1AD107-336F-F149-AECE-8E979AA1C34D}"/>
              </a:ext>
            </a:extLst>
          </p:cNvPr>
          <p:cNvSpPr/>
          <p:nvPr userDrawn="1"/>
        </p:nvSpPr>
        <p:spPr>
          <a:xfrm>
            <a:off x="511278" y="531817"/>
            <a:ext cx="11169445" cy="5814906"/>
          </a:xfrm>
          <a:prstGeom prst="rect">
            <a:avLst/>
          </a:prstGeom>
          <a:no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b="0" i="0">
              <a:latin typeface="Arial" panose="020B0604020202020204" pitchFamily="34" charset="0"/>
              <a:cs typeface="Arial" panose="020B0604020202020204" pitchFamily="34" charset="0"/>
            </a:endParaRPr>
          </a:p>
        </p:txBody>
      </p:sp>
      <p:sp>
        <p:nvSpPr>
          <p:cNvPr id="14" name="Rectangle 13">
            <a:extLst>
              <a:ext uri="{FF2B5EF4-FFF2-40B4-BE49-F238E27FC236}">
                <a16:creationId xmlns:a16="http://schemas.microsoft.com/office/drawing/2014/main" id="{8414E9FF-F441-5542-97D8-38025BBF9703}"/>
              </a:ext>
            </a:extLst>
          </p:cNvPr>
          <p:cNvSpPr/>
          <p:nvPr userDrawn="1"/>
        </p:nvSpPr>
        <p:spPr>
          <a:xfrm>
            <a:off x="511277" y="531817"/>
            <a:ext cx="3884260" cy="5814906"/>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b="0" i="0">
              <a:solidFill>
                <a:schemeClr val="accent3"/>
              </a:solidFill>
              <a:latin typeface="Arial" panose="020B0604020202020204" pitchFamily="34" charset="0"/>
              <a:cs typeface="Arial" panose="020B0604020202020204" pitchFamily="34" charset="0"/>
            </a:endParaRPr>
          </a:p>
        </p:txBody>
      </p:sp>
      <p:sp>
        <p:nvSpPr>
          <p:cNvPr id="16" name="Title 1">
            <a:extLst>
              <a:ext uri="{FF2B5EF4-FFF2-40B4-BE49-F238E27FC236}">
                <a16:creationId xmlns:a16="http://schemas.microsoft.com/office/drawing/2014/main" id="{4DF8EC8B-05E0-254B-ABFA-276914EFDEBD}"/>
              </a:ext>
            </a:extLst>
          </p:cNvPr>
          <p:cNvSpPr>
            <a:spLocks noGrp="1"/>
          </p:cNvSpPr>
          <p:nvPr>
            <p:ph type="title" hasCustomPrompt="1"/>
          </p:nvPr>
        </p:nvSpPr>
        <p:spPr>
          <a:xfrm>
            <a:off x="511277" y="3035970"/>
            <a:ext cx="3884259" cy="1937083"/>
          </a:xfrm>
          <a:prstGeom prst="rect">
            <a:avLst/>
          </a:prstGeom>
        </p:spPr>
        <p:txBody>
          <a:bodyPr/>
          <a:lstStyle>
            <a:lvl1pPr algn="ctr">
              <a:defRPr sz="3000" b="1" i="0" spc="0">
                <a:solidFill>
                  <a:schemeClr val="accent1"/>
                </a:solidFill>
                <a:latin typeface="Arial" panose="020B0604020202020204" pitchFamily="34" charset="0"/>
                <a:cs typeface="Arial" panose="020B0604020202020204" pitchFamily="34" charset="0"/>
              </a:defRPr>
            </a:lvl1pPr>
          </a:lstStyle>
          <a:p>
            <a:r>
              <a:rPr lang="en-US"/>
              <a:t>Section Title</a:t>
            </a:r>
            <a:endParaRPr lang="id-ID"/>
          </a:p>
        </p:txBody>
      </p:sp>
    </p:spTree>
    <p:extLst>
      <p:ext uri="{BB962C8B-B14F-4D97-AF65-F5344CB8AC3E}">
        <p14:creationId xmlns:p14="http://schemas.microsoft.com/office/powerpoint/2010/main" val="226616378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par>
                          <p:cTn id="8" fill="hold">
                            <p:stCondLst>
                              <p:cond delay="500"/>
                            </p:stCondLst>
                            <p:childTnLst>
                              <p:par>
                                <p:cTn id="9" presetID="21" presetClass="entr" presetSubtype="2" fill="hold" grpId="0"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wheel(2)">
                                      <p:cBhvr>
                                        <p:cTn id="11" dur="2000"/>
                                        <p:tgtEl>
                                          <p:spTgt spid="13"/>
                                        </p:tgtEl>
                                      </p:cBhvr>
                                    </p:animEffect>
                                  </p:childTnLst>
                                </p:cTn>
                              </p:par>
                            </p:childTnLst>
                          </p:cTn>
                        </p:par>
                        <p:par>
                          <p:cTn id="12" fill="hold">
                            <p:stCondLst>
                              <p:cond delay="2500"/>
                            </p:stCondLst>
                            <p:childTnLst>
                              <p:par>
                                <p:cTn id="13" presetID="2" presetClass="entr" presetSubtype="8" fill="hold" grpId="0" nodeType="afterEffect">
                                  <p:stCondLst>
                                    <p:cond delay="0"/>
                                  </p:stCondLst>
                                  <p:childTnLst>
                                    <p:set>
                                      <p:cBhvr>
                                        <p:cTn id="14" dur="1" fill="hold">
                                          <p:stCondLst>
                                            <p:cond delay="0"/>
                                          </p:stCondLst>
                                        </p:cTn>
                                        <p:tgtEl>
                                          <p:spTgt spid="14"/>
                                        </p:tgtEl>
                                        <p:attrNameLst>
                                          <p:attrName>style.visibility</p:attrName>
                                        </p:attrNameLst>
                                      </p:cBhvr>
                                      <p:to>
                                        <p:strVal val="visible"/>
                                      </p:to>
                                    </p:set>
                                    <p:anim calcmode="lin" valueType="num">
                                      <p:cBhvr additive="base">
                                        <p:cTn id="15" dur="500" fill="hold"/>
                                        <p:tgtEl>
                                          <p:spTgt spid="14"/>
                                        </p:tgtEl>
                                        <p:attrNameLst>
                                          <p:attrName>ppt_x</p:attrName>
                                        </p:attrNameLst>
                                      </p:cBhvr>
                                      <p:tavLst>
                                        <p:tav tm="0">
                                          <p:val>
                                            <p:strVal val="0-#ppt_w/2"/>
                                          </p:val>
                                        </p:tav>
                                        <p:tav tm="100000">
                                          <p:val>
                                            <p:strVal val="#ppt_x"/>
                                          </p:val>
                                        </p:tav>
                                      </p:tavLst>
                                    </p:anim>
                                    <p:anim calcmode="lin" valueType="num">
                                      <p:cBhvr additive="base">
                                        <p:cTn id="16" dur="500" fill="hold"/>
                                        <p:tgtEl>
                                          <p:spTgt spid="14"/>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22" presetClass="entr" presetSubtype="4" fill="hold" grpId="0" nodeType="afterEffect">
                                  <p:stCondLst>
                                    <p:cond delay="0"/>
                                  </p:stCondLst>
                                  <p:childTnLst>
                                    <p:set>
                                      <p:cBhvr>
                                        <p:cTn id="19" dur="1" fill="hold">
                                          <p:stCondLst>
                                            <p:cond delay="0"/>
                                          </p:stCondLst>
                                        </p:cTn>
                                        <p:tgtEl>
                                          <p:spTgt spid="16"/>
                                        </p:tgtEl>
                                        <p:attrNameLst>
                                          <p:attrName>style.visibility</p:attrName>
                                        </p:attrNameLst>
                                      </p:cBhvr>
                                      <p:to>
                                        <p:strVal val="visible"/>
                                      </p:to>
                                    </p:set>
                                    <p:animEffect transition="in" filter="wipe(down)">
                                      <p:cBhvr>
                                        <p:cTn id="20"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3" grpId="0" animBg="1"/>
      <p:bldP spid="14" grpId="0" animBg="1"/>
      <p:bldP spid="16" grpId="0"/>
    </p:bld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2_Section Header">
    <p:spTree>
      <p:nvGrpSpPr>
        <p:cNvPr id="1" name=""/>
        <p:cNvGrpSpPr/>
        <p:nvPr/>
      </p:nvGrpSpPr>
      <p:grpSpPr>
        <a:xfrm>
          <a:off x="0" y="0"/>
          <a:ext cx="0" cy="0"/>
          <a:chOff x="0" y="0"/>
          <a:chExt cx="0" cy="0"/>
        </a:xfrm>
      </p:grpSpPr>
      <p:pic>
        <p:nvPicPr>
          <p:cNvPr id="7" name="Picture Placeholder 3">
            <a:extLst>
              <a:ext uri="{FF2B5EF4-FFF2-40B4-BE49-F238E27FC236}">
                <a16:creationId xmlns:a16="http://schemas.microsoft.com/office/drawing/2014/main" id="{45B23344-5612-9142-8E03-D95558C9BD32}"/>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a:fillRect/>
          </a:stretch>
        </p:blipFill>
        <p:spPr>
          <a:xfrm>
            <a:off x="0" y="0"/>
            <a:ext cx="12192000" cy="6858000"/>
          </a:xfrm>
          <a:prstGeom prst="rect">
            <a:avLst/>
          </a:prstGeom>
        </p:spPr>
      </p:pic>
      <p:sp>
        <p:nvSpPr>
          <p:cNvPr id="9" name="Rectangle 8">
            <a:extLst>
              <a:ext uri="{FF2B5EF4-FFF2-40B4-BE49-F238E27FC236}">
                <a16:creationId xmlns:a16="http://schemas.microsoft.com/office/drawing/2014/main" id="{1B89C9C5-FA98-B44A-8B5C-72B0682BA691}"/>
              </a:ext>
            </a:extLst>
          </p:cNvPr>
          <p:cNvSpPr/>
          <p:nvPr userDrawn="1"/>
        </p:nvSpPr>
        <p:spPr>
          <a:xfrm>
            <a:off x="-15473" y="3944"/>
            <a:ext cx="12191999" cy="6870651"/>
          </a:xfrm>
          <a:prstGeom prst="rect">
            <a:avLst/>
          </a:prstGeom>
          <a:solidFill>
            <a:schemeClr val="tx1">
              <a:alpha val="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b="0" i="0">
              <a:latin typeface="Arial" panose="020B0604020202020204" pitchFamily="34" charset="0"/>
              <a:cs typeface="Arial" panose="020B0604020202020204" pitchFamily="34" charset="0"/>
            </a:endParaRPr>
          </a:p>
        </p:txBody>
      </p:sp>
      <p:sp>
        <p:nvSpPr>
          <p:cNvPr id="13" name="Rectangle 12">
            <a:extLst>
              <a:ext uri="{FF2B5EF4-FFF2-40B4-BE49-F238E27FC236}">
                <a16:creationId xmlns:a16="http://schemas.microsoft.com/office/drawing/2014/main" id="{9C1AD107-336F-F149-AECE-8E979AA1C34D}"/>
              </a:ext>
            </a:extLst>
          </p:cNvPr>
          <p:cNvSpPr/>
          <p:nvPr userDrawn="1"/>
        </p:nvSpPr>
        <p:spPr>
          <a:xfrm>
            <a:off x="511278" y="531817"/>
            <a:ext cx="11169445" cy="5814906"/>
          </a:xfrm>
          <a:prstGeom prst="rect">
            <a:avLst/>
          </a:prstGeom>
          <a:no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b="0" i="0">
              <a:latin typeface="Arial" panose="020B0604020202020204" pitchFamily="34" charset="0"/>
              <a:cs typeface="Arial" panose="020B0604020202020204" pitchFamily="34" charset="0"/>
            </a:endParaRPr>
          </a:p>
        </p:txBody>
      </p:sp>
      <p:sp>
        <p:nvSpPr>
          <p:cNvPr id="14" name="Rectangle 13">
            <a:extLst>
              <a:ext uri="{FF2B5EF4-FFF2-40B4-BE49-F238E27FC236}">
                <a16:creationId xmlns:a16="http://schemas.microsoft.com/office/drawing/2014/main" id="{8414E9FF-F441-5542-97D8-38025BBF9703}"/>
              </a:ext>
            </a:extLst>
          </p:cNvPr>
          <p:cNvSpPr/>
          <p:nvPr userDrawn="1"/>
        </p:nvSpPr>
        <p:spPr>
          <a:xfrm>
            <a:off x="511277" y="531817"/>
            <a:ext cx="3884260" cy="5814906"/>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b="0" i="0">
              <a:solidFill>
                <a:schemeClr val="accent3"/>
              </a:solidFill>
              <a:latin typeface="Arial" panose="020B0604020202020204" pitchFamily="34" charset="0"/>
              <a:cs typeface="Arial" panose="020B0604020202020204" pitchFamily="34" charset="0"/>
            </a:endParaRPr>
          </a:p>
        </p:txBody>
      </p:sp>
      <p:sp>
        <p:nvSpPr>
          <p:cNvPr id="16" name="Title 1">
            <a:extLst>
              <a:ext uri="{FF2B5EF4-FFF2-40B4-BE49-F238E27FC236}">
                <a16:creationId xmlns:a16="http://schemas.microsoft.com/office/drawing/2014/main" id="{4DF8EC8B-05E0-254B-ABFA-276914EFDEBD}"/>
              </a:ext>
            </a:extLst>
          </p:cNvPr>
          <p:cNvSpPr>
            <a:spLocks noGrp="1"/>
          </p:cNvSpPr>
          <p:nvPr>
            <p:ph type="title" hasCustomPrompt="1"/>
          </p:nvPr>
        </p:nvSpPr>
        <p:spPr>
          <a:xfrm>
            <a:off x="496286" y="3035970"/>
            <a:ext cx="3884260" cy="1937083"/>
          </a:xfrm>
          <a:prstGeom prst="rect">
            <a:avLst/>
          </a:prstGeom>
        </p:spPr>
        <p:txBody>
          <a:bodyPr/>
          <a:lstStyle>
            <a:lvl1pPr algn="ctr">
              <a:defRPr sz="3000" b="1" i="0" spc="0">
                <a:solidFill>
                  <a:schemeClr val="accent1"/>
                </a:solidFill>
                <a:latin typeface="Arial" panose="020B0604020202020204" pitchFamily="34" charset="0"/>
                <a:cs typeface="Arial" panose="020B0604020202020204" pitchFamily="34" charset="0"/>
              </a:defRPr>
            </a:lvl1pPr>
          </a:lstStyle>
          <a:p>
            <a:r>
              <a:rPr lang="en-US"/>
              <a:t>Section Title</a:t>
            </a:r>
            <a:endParaRPr lang="id-ID"/>
          </a:p>
        </p:txBody>
      </p:sp>
    </p:spTree>
    <p:extLst>
      <p:ext uri="{BB962C8B-B14F-4D97-AF65-F5344CB8AC3E}">
        <p14:creationId xmlns:p14="http://schemas.microsoft.com/office/powerpoint/2010/main" val="129780497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par>
                          <p:cTn id="8" fill="hold">
                            <p:stCondLst>
                              <p:cond delay="500"/>
                            </p:stCondLst>
                            <p:childTnLst>
                              <p:par>
                                <p:cTn id="9" presetID="21" presetClass="entr" presetSubtype="2" fill="hold" grpId="0"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wheel(2)">
                                      <p:cBhvr>
                                        <p:cTn id="11" dur="2000"/>
                                        <p:tgtEl>
                                          <p:spTgt spid="13"/>
                                        </p:tgtEl>
                                      </p:cBhvr>
                                    </p:animEffect>
                                  </p:childTnLst>
                                </p:cTn>
                              </p:par>
                            </p:childTnLst>
                          </p:cTn>
                        </p:par>
                        <p:par>
                          <p:cTn id="12" fill="hold">
                            <p:stCondLst>
                              <p:cond delay="2500"/>
                            </p:stCondLst>
                            <p:childTnLst>
                              <p:par>
                                <p:cTn id="13" presetID="2" presetClass="entr" presetSubtype="8" fill="hold" grpId="0" nodeType="afterEffect">
                                  <p:stCondLst>
                                    <p:cond delay="0"/>
                                  </p:stCondLst>
                                  <p:childTnLst>
                                    <p:set>
                                      <p:cBhvr>
                                        <p:cTn id="14" dur="1" fill="hold">
                                          <p:stCondLst>
                                            <p:cond delay="0"/>
                                          </p:stCondLst>
                                        </p:cTn>
                                        <p:tgtEl>
                                          <p:spTgt spid="14"/>
                                        </p:tgtEl>
                                        <p:attrNameLst>
                                          <p:attrName>style.visibility</p:attrName>
                                        </p:attrNameLst>
                                      </p:cBhvr>
                                      <p:to>
                                        <p:strVal val="visible"/>
                                      </p:to>
                                    </p:set>
                                    <p:anim calcmode="lin" valueType="num">
                                      <p:cBhvr additive="base">
                                        <p:cTn id="15" dur="500" fill="hold"/>
                                        <p:tgtEl>
                                          <p:spTgt spid="14"/>
                                        </p:tgtEl>
                                        <p:attrNameLst>
                                          <p:attrName>ppt_x</p:attrName>
                                        </p:attrNameLst>
                                      </p:cBhvr>
                                      <p:tavLst>
                                        <p:tav tm="0">
                                          <p:val>
                                            <p:strVal val="0-#ppt_w/2"/>
                                          </p:val>
                                        </p:tav>
                                        <p:tav tm="100000">
                                          <p:val>
                                            <p:strVal val="#ppt_x"/>
                                          </p:val>
                                        </p:tav>
                                      </p:tavLst>
                                    </p:anim>
                                    <p:anim calcmode="lin" valueType="num">
                                      <p:cBhvr additive="base">
                                        <p:cTn id="16" dur="500" fill="hold"/>
                                        <p:tgtEl>
                                          <p:spTgt spid="14"/>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22" presetClass="entr" presetSubtype="4" fill="hold" grpId="0" nodeType="afterEffect">
                                  <p:stCondLst>
                                    <p:cond delay="0"/>
                                  </p:stCondLst>
                                  <p:childTnLst>
                                    <p:set>
                                      <p:cBhvr>
                                        <p:cTn id="19" dur="1" fill="hold">
                                          <p:stCondLst>
                                            <p:cond delay="0"/>
                                          </p:stCondLst>
                                        </p:cTn>
                                        <p:tgtEl>
                                          <p:spTgt spid="16"/>
                                        </p:tgtEl>
                                        <p:attrNameLst>
                                          <p:attrName>style.visibility</p:attrName>
                                        </p:attrNameLst>
                                      </p:cBhvr>
                                      <p:to>
                                        <p:strVal val="visible"/>
                                      </p:to>
                                    </p:set>
                                    <p:animEffect transition="in" filter="wipe(down)">
                                      <p:cBhvr>
                                        <p:cTn id="20"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3" grpId="0" animBg="1"/>
      <p:bldP spid="14" grpId="0" animBg="1"/>
      <p:bldP spid="16" grpId="0"/>
    </p:bld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3_Section Header">
    <p:spTree>
      <p:nvGrpSpPr>
        <p:cNvPr id="1" name=""/>
        <p:cNvGrpSpPr/>
        <p:nvPr/>
      </p:nvGrpSpPr>
      <p:grpSpPr>
        <a:xfrm>
          <a:off x="0" y="0"/>
          <a:ext cx="0" cy="0"/>
          <a:chOff x="0" y="0"/>
          <a:chExt cx="0" cy="0"/>
        </a:xfrm>
      </p:grpSpPr>
      <p:pic>
        <p:nvPicPr>
          <p:cNvPr id="7" name="Picture Placeholder 3">
            <a:extLst>
              <a:ext uri="{FF2B5EF4-FFF2-40B4-BE49-F238E27FC236}">
                <a16:creationId xmlns:a16="http://schemas.microsoft.com/office/drawing/2014/main" id="{45B23344-5612-9142-8E03-D95558C9BD32}"/>
              </a:ext>
            </a:extLst>
          </p:cNvPr>
          <p:cNvPicPr>
            <a:picLocks noChangeAspect="1"/>
          </p:cNvPicPr>
          <p:nvPr userDrawn="1"/>
        </p:nvPicPr>
        <p:blipFill rotWithShape="1">
          <a:blip r:embed="rId2"/>
          <a:srcRect t="46646" b="8385"/>
          <a:stretch/>
        </p:blipFill>
        <p:spPr>
          <a:xfrm>
            <a:off x="0" y="0"/>
            <a:ext cx="12191998" cy="6854056"/>
          </a:xfrm>
          <a:prstGeom prst="rect">
            <a:avLst/>
          </a:prstGeom>
        </p:spPr>
      </p:pic>
      <p:sp>
        <p:nvSpPr>
          <p:cNvPr id="13" name="Rectangle 12">
            <a:extLst>
              <a:ext uri="{FF2B5EF4-FFF2-40B4-BE49-F238E27FC236}">
                <a16:creationId xmlns:a16="http://schemas.microsoft.com/office/drawing/2014/main" id="{9C1AD107-336F-F149-AECE-8E979AA1C34D}"/>
              </a:ext>
            </a:extLst>
          </p:cNvPr>
          <p:cNvSpPr/>
          <p:nvPr userDrawn="1"/>
        </p:nvSpPr>
        <p:spPr>
          <a:xfrm>
            <a:off x="511278" y="531817"/>
            <a:ext cx="11169445" cy="5814906"/>
          </a:xfrm>
          <a:prstGeom prst="rect">
            <a:avLst/>
          </a:prstGeom>
          <a:no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b="0" i="0">
              <a:latin typeface="Arial" panose="020B0604020202020204" pitchFamily="34" charset="0"/>
              <a:cs typeface="Arial" panose="020B0604020202020204" pitchFamily="34" charset="0"/>
            </a:endParaRPr>
          </a:p>
        </p:txBody>
      </p:sp>
      <p:sp>
        <p:nvSpPr>
          <p:cNvPr id="9" name="Rectangle 8">
            <a:extLst>
              <a:ext uri="{FF2B5EF4-FFF2-40B4-BE49-F238E27FC236}">
                <a16:creationId xmlns:a16="http://schemas.microsoft.com/office/drawing/2014/main" id="{1B89C9C5-FA98-B44A-8B5C-72B0682BA691}"/>
              </a:ext>
            </a:extLst>
          </p:cNvPr>
          <p:cNvSpPr/>
          <p:nvPr userDrawn="1"/>
        </p:nvSpPr>
        <p:spPr>
          <a:xfrm>
            <a:off x="1" y="-8298"/>
            <a:ext cx="12191999" cy="6870651"/>
          </a:xfrm>
          <a:prstGeom prst="rect">
            <a:avLst/>
          </a:prstGeom>
          <a:solidFill>
            <a:schemeClr val="tx1">
              <a:alpha val="25454"/>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b="0" i="0">
              <a:latin typeface="Arial" panose="020B0604020202020204" pitchFamily="34" charset="0"/>
              <a:cs typeface="Arial" panose="020B0604020202020204" pitchFamily="34" charset="0"/>
            </a:endParaRPr>
          </a:p>
        </p:txBody>
      </p:sp>
      <p:sp>
        <p:nvSpPr>
          <p:cNvPr id="14" name="Rectangle 13">
            <a:extLst>
              <a:ext uri="{FF2B5EF4-FFF2-40B4-BE49-F238E27FC236}">
                <a16:creationId xmlns:a16="http://schemas.microsoft.com/office/drawing/2014/main" id="{8414E9FF-F441-5542-97D8-38025BBF9703}"/>
              </a:ext>
            </a:extLst>
          </p:cNvPr>
          <p:cNvSpPr/>
          <p:nvPr userDrawn="1"/>
        </p:nvSpPr>
        <p:spPr>
          <a:xfrm>
            <a:off x="511277" y="531817"/>
            <a:ext cx="3884260" cy="5814906"/>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b="0" i="0">
              <a:solidFill>
                <a:schemeClr val="accent3"/>
              </a:solidFill>
              <a:latin typeface="Arial" panose="020B0604020202020204" pitchFamily="34" charset="0"/>
              <a:cs typeface="Arial" panose="020B0604020202020204" pitchFamily="34" charset="0"/>
            </a:endParaRPr>
          </a:p>
        </p:txBody>
      </p:sp>
      <p:sp>
        <p:nvSpPr>
          <p:cNvPr id="16" name="Title 1">
            <a:extLst>
              <a:ext uri="{FF2B5EF4-FFF2-40B4-BE49-F238E27FC236}">
                <a16:creationId xmlns:a16="http://schemas.microsoft.com/office/drawing/2014/main" id="{4DF8EC8B-05E0-254B-ABFA-276914EFDEBD}"/>
              </a:ext>
            </a:extLst>
          </p:cNvPr>
          <p:cNvSpPr>
            <a:spLocks noGrp="1"/>
          </p:cNvSpPr>
          <p:nvPr>
            <p:ph type="title" hasCustomPrompt="1"/>
          </p:nvPr>
        </p:nvSpPr>
        <p:spPr>
          <a:xfrm>
            <a:off x="496286" y="3035970"/>
            <a:ext cx="3884260" cy="1937083"/>
          </a:xfrm>
          <a:prstGeom prst="rect">
            <a:avLst/>
          </a:prstGeom>
        </p:spPr>
        <p:txBody>
          <a:bodyPr/>
          <a:lstStyle>
            <a:lvl1pPr algn="ctr">
              <a:defRPr sz="3000" b="1" i="0" spc="0">
                <a:solidFill>
                  <a:schemeClr val="accent1"/>
                </a:solidFill>
                <a:latin typeface="Arial" panose="020B0604020202020204" pitchFamily="34" charset="0"/>
                <a:cs typeface="Arial" panose="020B0604020202020204" pitchFamily="34" charset="0"/>
              </a:defRPr>
            </a:lvl1pPr>
          </a:lstStyle>
          <a:p>
            <a:r>
              <a:rPr lang="en-US"/>
              <a:t>Section Title</a:t>
            </a:r>
            <a:endParaRPr lang="id-ID"/>
          </a:p>
        </p:txBody>
      </p:sp>
    </p:spTree>
    <p:extLst>
      <p:ext uri="{BB962C8B-B14F-4D97-AF65-F5344CB8AC3E}">
        <p14:creationId xmlns:p14="http://schemas.microsoft.com/office/powerpoint/2010/main" val="245572406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par>
                          <p:cTn id="8" fill="hold">
                            <p:stCondLst>
                              <p:cond delay="500"/>
                            </p:stCondLst>
                            <p:childTnLst>
                              <p:par>
                                <p:cTn id="9" presetID="21" presetClass="entr" presetSubtype="2" fill="hold" grpId="0"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wheel(2)">
                                      <p:cBhvr>
                                        <p:cTn id="11" dur="2000"/>
                                        <p:tgtEl>
                                          <p:spTgt spid="13"/>
                                        </p:tgtEl>
                                      </p:cBhvr>
                                    </p:animEffect>
                                  </p:childTnLst>
                                </p:cTn>
                              </p:par>
                            </p:childTnLst>
                          </p:cTn>
                        </p:par>
                        <p:par>
                          <p:cTn id="12" fill="hold">
                            <p:stCondLst>
                              <p:cond delay="2500"/>
                            </p:stCondLst>
                            <p:childTnLst>
                              <p:par>
                                <p:cTn id="13" presetID="2" presetClass="entr" presetSubtype="8" fill="hold" grpId="0" nodeType="afterEffect">
                                  <p:stCondLst>
                                    <p:cond delay="0"/>
                                  </p:stCondLst>
                                  <p:childTnLst>
                                    <p:set>
                                      <p:cBhvr>
                                        <p:cTn id="14" dur="1" fill="hold">
                                          <p:stCondLst>
                                            <p:cond delay="0"/>
                                          </p:stCondLst>
                                        </p:cTn>
                                        <p:tgtEl>
                                          <p:spTgt spid="14"/>
                                        </p:tgtEl>
                                        <p:attrNameLst>
                                          <p:attrName>style.visibility</p:attrName>
                                        </p:attrNameLst>
                                      </p:cBhvr>
                                      <p:to>
                                        <p:strVal val="visible"/>
                                      </p:to>
                                    </p:set>
                                    <p:anim calcmode="lin" valueType="num">
                                      <p:cBhvr additive="base">
                                        <p:cTn id="15" dur="500" fill="hold"/>
                                        <p:tgtEl>
                                          <p:spTgt spid="14"/>
                                        </p:tgtEl>
                                        <p:attrNameLst>
                                          <p:attrName>ppt_x</p:attrName>
                                        </p:attrNameLst>
                                      </p:cBhvr>
                                      <p:tavLst>
                                        <p:tav tm="0">
                                          <p:val>
                                            <p:strVal val="0-#ppt_w/2"/>
                                          </p:val>
                                        </p:tav>
                                        <p:tav tm="100000">
                                          <p:val>
                                            <p:strVal val="#ppt_x"/>
                                          </p:val>
                                        </p:tav>
                                      </p:tavLst>
                                    </p:anim>
                                    <p:anim calcmode="lin" valueType="num">
                                      <p:cBhvr additive="base">
                                        <p:cTn id="16" dur="500" fill="hold"/>
                                        <p:tgtEl>
                                          <p:spTgt spid="14"/>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22" presetClass="entr" presetSubtype="4" fill="hold" grpId="0" nodeType="afterEffect">
                                  <p:stCondLst>
                                    <p:cond delay="0"/>
                                  </p:stCondLst>
                                  <p:childTnLst>
                                    <p:set>
                                      <p:cBhvr>
                                        <p:cTn id="19" dur="1" fill="hold">
                                          <p:stCondLst>
                                            <p:cond delay="0"/>
                                          </p:stCondLst>
                                        </p:cTn>
                                        <p:tgtEl>
                                          <p:spTgt spid="16"/>
                                        </p:tgtEl>
                                        <p:attrNameLst>
                                          <p:attrName>style.visibility</p:attrName>
                                        </p:attrNameLst>
                                      </p:cBhvr>
                                      <p:to>
                                        <p:strVal val="visible"/>
                                      </p:to>
                                    </p:set>
                                    <p:animEffect transition="in" filter="wipe(down)">
                                      <p:cBhvr>
                                        <p:cTn id="20"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9" grpId="0" animBg="1"/>
      <p:bldP spid="14" grpId="0" animBg="1"/>
      <p:bldP spid="16" grpId="0"/>
    </p:bld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Laptop Screenshot">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DC6825B-DF16-DA47-92CF-DB4CDDF09402}"/>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19819" y="24563"/>
            <a:ext cx="12211819" cy="6858000"/>
          </a:xfrm>
          <a:prstGeom prst="rect">
            <a:avLst/>
          </a:prstGeom>
        </p:spPr>
      </p:pic>
      <p:pic>
        <p:nvPicPr>
          <p:cNvPr id="19" name="Picture 18" descr="A computer with a blank screen&#10;&#10;Description automatically generated">
            <a:extLst>
              <a:ext uri="{FF2B5EF4-FFF2-40B4-BE49-F238E27FC236}">
                <a16:creationId xmlns:a16="http://schemas.microsoft.com/office/drawing/2014/main" id="{6EC229F8-EC4B-7401-30A2-95DDB22694C4}"/>
              </a:ext>
            </a:extLst>
          </p:cNvPr>
          <p:cNvPicPr>
            <a:picLocks noChangeAspect="1"/>
          </p:cNvPicPr>
          <p:nvPr userDrawn="1"/>
        </p:nvPicPr>
        <p:blipFill>
          <a:blip r:embed="rId3"/>
          <a:stretch>
            <a:fillRect/>
          </a:stretch>
        </p:blipFill>
        <p:spPr>
          <a:xfrm>
            <a:off x="2088584" y="1201255"/>
            <a:ext cx="8069304" cy="4583747"/>
          </a:xfrm>
          <a:prstGeom prst="rect">
            <a:avLst/>
          </a:prstGeom>
        </p:spPr>
      </p:pic>
      <p:sp>
        <p:nvSpPr>
          <p:cNvPr id="18" name="Picture Placeholder 17">
            <a:extLst>
              <a:ext uri="{FF2B5EF4-FFF2-40B4-BE49-F238E27FC236}">
                <a16:creationId xmlns:a16="http://schemas.microsoft.com/office/drawing/2014/main" id="{7F501475-523A-9643-8CDD-EB7EEEF710C2}"/>
              </a:ext>
            </a:extLst>
          </p:cNvPr>
          <p:cNvSpPr>
            <a:spLocks noGrp="1"/>
          </p:cNvSpPr>
          <p:nvPr>
            <p:ph type="pic" sz="quarter" idx="10"/>
          </p:nvPr>
        </p:nvSpPr>
        <p:spPr>
          <a:xfrm>
            <a:off x="3027680" y="1452880"/>
            <a:ext cx="6196531" cy="3881120"/>
          </a:xfrm>
          <a:prstGeom prst="rect">
            <a:avLst/>
          </a:prstGeom>
        </p:spPr>
        <p:txBody>
          <a:bodyPr/>
          <a:lstStyle>
            <a:lvl1pPr>
              <a:defRPr b="0" i="0">
                <a:latin typeface="Arial" panose="020B0604020202020204" pitchFamily="34" charset="0"/>
                <a:ea typeface="Arial Regular" charset="0"/>
                <a:cs typeface="Arial" panose="020B0604020202020204" pitchFamily="34" charset="0"/>
              </a:defRPr>
            </a:lvl1pPr>
          </a:lstStyle>
          <a:p>
            <a:r>
              <a:rPr lang="en-US"/>
              <a:t>Click icon to add picture</a:t>
            </a:r>
          </a:p>
        </p:txBody>
      </p:sp>
      <p:pic>
        <p:nvPicPr>
          <p:cNvPr id="5" name="Picture 4">
            <a:extLst>
              <a:ext uri="{FF2B5EF4-FFF2-40B4-BE49-F238E27FC236}">
                <a16:creationId xmlns:a16="http://schemas.microsoft.com/office/drawing/2014/main" id="{0BBEAF3A-5E52-7B43-894F-8B7EB8864016}"/>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292003" y="6443674"/>
            <a:ext cx="1323437" cy="190296"/>
          </a:xfrm>
          <a:prstGeom prst="rect">
            <a:avLst/>
          </a:prstGeom>
        </p:spPr>
      </p:pic>
      <p:sp>
        <p:nvSpPr>
          <p:cNvPr id="2" name="Title 1">
            <a:extLst>
              <a:ext uri="{FF2B5EF4-FFF2-40B4-BE49-F238E27FC236}">
                <a16:creationId xmlns:a16="http://schemas.microsoft.com/office/drawing/2014/main" id="{EFD55AA6-D597-E648-A814-B7F6EDFACE6D}"/>
              </a:ext>
            </a:extLst>
          </p:cNvPr>
          <p:cNvSpPr>
            <a:spLocks noGrp="1"/>
          </p:cNvSpPr>
          <p:nvPr>
            <p:ph type="title"/>
          </p:nvPr>
        </p:nvSpPr>
        <p:spPr>
          <a:xfrm>
            <a:off x="330978" y="228600"/>
            <a:ext cx="11584516" cy="521677"/>
          </a:xfrm>
          <a:prstGeom prst="rect">
            <a:avLst/>
          </a:prstGeom>
        </p:spPr>
        <p:txBody>
          <a:bodyPr/>
          <a:lstStyle>
            <a:lvl1pPr>
              <a:defRPr>
                <a:solidFill>
                  <a:schemeClr val="bg1"/>
                </a:solidFill>
                <a:latin typeface="Arial" panose="020B0604020202020204" pitchFamily="34" charset="0"/>
                <a:cs typeface="Arial" panose="020B0604020202020204" pitchFamily="34" charset="0"/>
              </a:defRPr>
            </a:lvl1pPr>
          </a:lstStyle>
          <a:p>
            <a:r>
              <a:rPr lang="en-US"/>
              <a:t>Click to edit Master title style</a:t>
            </a:r>
          </a:p>
        </p:txBody>
      </p:sp>
      <p:sp>
        <p:nvSpPr>
          <p:cNvPr id="15" name="Slide Number Placeholder 9">
            <a:extLst>
              <a:ext uri="{FF2B5EF4-FFF2-40B4-BE49-F238E27FC236}">
                <a16:creationId xmlns:a16="http://schemas.microsoft.com/office/drawing/2014/main" id="{3B5A8211-4E7C-DA45-A13D-F6318C011FDB}"/>
              </a:ext>
            </a:extLst>
          </p:cNvPr>
          <p:cNvSpPr txBox="1">
            <a:spLocks/>
          </p:cNvSpPr>
          <p:nvPr userDrawn="1"/>
        </p:nvSpPr>
        <p:spPr>
          <a:xfrm>
            <a:off x="11605152" y="6462486"/>
            <a:ext cx="319625" cy="108360"/>
          </a:xfrm>
          <a:prstGeom prst="rect">
            <a:avLst/>
          </a:prstGeom>
        </p:spPr>
        <p:txBody>
          <a:bodyPr vert="horz" wrap="none" lIns="0" tIns="0" rIns="0" bIns="0" rtlCol="0" anchor="ctr"/>
          <a:lstStyle>
            <a:defPPr>
              <a:defRPr lang="en-US"/>
            </a:defPPr>
            <a:lvl1pPr marL="0" algn="ctr" defTabSz="765273" rtl="0" eaLnBrk="1" latinLnBrk="0" hangingPunct="1">
              <a:defRPr sz="1200" b="1" i="0" kern="1200">
                <a:solidFill>
                  <a:schemeClr val="bg1"/>
                </a:solidFill>
                <a:latin typeface="Arial" charset="0"/>
                <a:ea typeface="Arial" charset="0"/>
                <a:cs typeface="Arial" charset="0"/>
              </a:defRPr>
            </a:lvl1pPr>
            <a:lvl2pPr marL="382636" algn="l" defTabSz="765273" rtl="0" eaLnBrk="1" latinLnBrk="0" hangingPunct="1">
              <a:defRPr sz="1507" kern="1200">
                <a:solidFill>
                  <a:schemeClr val="tx1"/>
                </a:solidFill>
                <a:latin typeface="+mn-lt"/>
                <a:ea typeface="+mn-ea"/>
                <a:cs typeface="+mn-cs"/>
              </a:defRPr>
            </a:lvl2pPr>
            <a:lvl3pPr marL="765273" algn="l" defTabSz="765273" rtl="0" eaLnBrk="1" latinLnBrk="0" hangingPunct="1">
              <a:defRPr sz="1507" kern="1200">
                <a:solidFill>
                  <a:schemeClr val="tx1"/>
                </a:solidFill>
                <a:latin typeface="+mn-lt"/>
                <a:ea typeface="+mn-ea"/>
                <a:cs typeface="+mn-cs"/>
              </a:defRPr>
            </a:lvl3pPr>
            <a:lvl4pPr marL="1147909" algn="l" defTabSz="765273" rtl="0" eaLnBrk="1" latinLnBrk="0" hangingPunct="1">
              <a:defRPr sz="1507" kern="1200">
                <a:solidFill>
                  <a:schemeClr val="tx1"/>
                </a:solidFill>
                <a:latin typeface="+mn-lt"/>
                <a:ea typeface="+mn-ea"/>
                <a:cs typeface="+mn-cs"/>
              </a:defRPr>
            </a:lvl4pPr>
            <a:lvl5pPr marL="1530546" algn="l" defTabSz="765273" rtl="0" eaLnBrk="1" latinLnBrk="0" hangingPunct="1">
              <a:defRPr sz="1507" kern="1200">
                <a:solidFill>
                  <a:schemeClr val="tx1"/>
                </a:solidFill>
                <a:latin typeface="+mn-lt"/>
                <a:ea typeface="+mn-ea"/>
                <a:cs typeface="+mn-cs"/>
              </a:defRPr>
            </a:lvl5pPr>
            <a:lvl6pPr marL="1913182" algn="l" defTabSz="765273" rtl="0" eaLnBrk="1" latinLnBrk="0" hangingPunct="1">
              <a:defRPr sz="1507" kern="1200">
                <a:solidFill>
                  <a:schemeClr val="tx1"/>
                </a:solidFill>
                <a:latin typeface="+mn-lt"/>
                <a:ea typeface="+mn-ea"/>
                <a:cs typeface="+mn-cs"/>
              </a:defRPr>
            </a:lvl6pPr>
            <a:lvl7pPr marL="2295819" algn="l" defTabSz="765273" rtl="0" eaLnBrk="1" latinLnBrk="0" hangingPunct="1">
              <a:defRPr sz="1507" kern="1200">
                <a:solidFill>
                  <a:schemeClr val="tx1"/>
                </a:solidFill>
                <a:latin typeface="+mn-lt"/>
                <a:ea typeface="+mn-ea"/>
                <a:cs typeface="+mn-cs"/>
              </a:defRPr>
            </a:lvl7pPr>
            <a:lvl8pPr marL="2678454" algn="l" defTabSz="765273" rtl="0" eaLnBrk="1" latinLnBrk="0" hangingPunct="1">
              <a:defRPr sz="1507" kern="1200">
                <a:solidFill>
                  <a:schemeClr val="tx1"/>
                </a:solidFill>
                <a:latin typeface="+mn-lt"/>
                <a:ea typeface="+mn-ea"/>
                <a:cs typeface="+mn-cs"/>
              </a:defRPr>
            </a:lvl8pPr>
            <a:lvl9pPr marL="3061091" algn="l" defTabSz="765273" rtl="0" eaLnBrk="1" latinLnBrk="0" hangingPunct="1">
              <a:defRPr sz="1507" kern="1200">
                <a:solidFill>
                  <a:schemeClr val="tx1"/>
                </a:solidFill>
                <a:latin typeface="+mn-lt"/>
                <a:ea typeface="+mn-ea"/>
                <a:cs typeface="+mn-cs"/>
              </a:defRPr>
            </a:lvl9pPr>
          </a:lstStyle>
          <a:p>
            <a:fld id="{175D4B48-FFA5-7D40-9EA7-31B4854DE5AA}" type="slidenum">
              <a:rPr lang="en-US" b="0" i="0" smtClean="0">
                <a:solidFill>
                  <a:schemeClr val="bg1"/>
                </a:solidFill>
                <a:latin typeface="Arial" panose="020B0604020202020204" pitchFamily="34" charset="0"/>
                <a:ea typeface="Arial Regular" charset="0"/>
                <a:cs typeface="Arial" panose="020B0604020202020204" pitchFamily="34" charset="0"/>
              </a:rPr>
              <a:t>‹#›</a:t>
            </a:fld>
            <a:endParaRPr lang="en-US" b="0" i="0">
              <a:solidFill>
                <a:schemeClr val="bg1"/>
              </a:solidFill>
              <a:latin typeface="Arial" panose="020B0604020202020204" pitchFamily="34" charset="0"/>
              <a:ea typeface="Arial Regular" charset="0"/>
              <a:cs typeface="Arial" panose="020B0604020202020204" pitchFamily="34" charset="0"/>
            </a:endParaRPr>
          </a:p>
        </p:txBody>
      </p:sp>
      <p:sp>
        <p:nvSpPr>
          <p:cNvPr id="16" name="Oval 15">
            <a:extLst>
              <a:ext uri="{FF2B5EF4-FFF2-40B4-BE49-F238E27FC236}">
                <a16:creationId xmlns:a16="http://schemas.microsoft.com/office/drawing/2014/main" id="{FF155E18-C868-BE45-9BDE-659300931950}"/>
              </a:ext>
            </a:extLst>
          </p:cNvPr>
          <p:cNvSpPr/>
          <p:nvPr userDrawn="1"/>
        </p:nvSpPr>
        <p:spPr>
          <a:xfrm>
            <a:off x="11578625" y="6332135"/>
            <a:ext cx="372680" cy="37268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bg1"/>
              </a:solidFill>
              <a:latin typeface="Arial" panose="020B0604020202020204" pitchFamily="34" charset="0"/>
            </a:endParaRPr>
          </a:p>
        </p:txBody>
      </p:sp>
    </p:spTree>
    <p:extLst>
      <p:ext uri="{BB962C8B-B14F-4D97-AF65-F5344CB8AC3E}">
        <p14:creationId xmlns:p14="http://schemas.microsoft.com/office/powerpoint/2010/main" val="42782316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317156431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_Title + Key Message">
    <p:spTree>
      <p:nvGrpSpPr>
        <p:cNvPr id="1" name=""/>
        <p:cNvGrpSpPr/>
        <p:nvPr/>
      </p:nvGrpSpPr>
      <p:grpSpPr>
        <a:xfrm>
          <a:off x="0" y="0"/>
          <a:ext cx="0" cy="0"/>
          <a:chOff x="0" y="0"/>
          <a:chExt cx="0" cy="0"/>
        </a:xfrm>
      </p:grpSpPr>
      <p:sp>
        <p:nvSpPr>
          <p:cNvPr id="2" name="Title 1"/>
          <p:cNvSpPr>
            <a:spLocks noGrp="1"/>
          </p:cNvSpPr>
          <p:nvPr>
            <p:ph type="title"/>
          </p:nvPr>
        </p:nvSpPr>
        <p:spPr>
          <a:xfrm>
            <a:off x="302683" y="241301"/>
            <a:ext cx="11584516" cy="521677"/>
          </a:xfrm>
          <a:prstGeom prst="rect">
            <a:avLst/>
          </a:prstGeom>
        </p:spPr>
        <p:txBody>
          <a:bodyPr/>
          <a:lstStyle>
            <a:lvl1pPr>
              <a:defRPr sz="2800" b="0" i="0"/>
            </a:lvl1pPr>
          </a:lstStyle>
          <a:p>
            <a:r>
              <a:rPr lang="en-US"/>
              <a:t>Click to edit Master title style</a:t>
            </a:r>
          </a:p>
        </p:txBody>
      </p:sp>
      <p:sp>
        <p:nvSpPr>
          <p:cNvPr id="3" name="Text Placeholder 14">
            <a:extLst>
              <a:ext uri="{FF2B5EF4-FFF2-40B4-BE49-F238E27FC236}">
                <a16:creationId xmlns:a16="http://schemas.microsoft.com/office/drawing/2014/main" id="{9A155005-778C-1A48-8609-19F76833D32A}"/>
              </a:ext>
            </a:extLst>
          </p:cNvPr>
          <p:cNvSpPr>
            <a:spLocks noGrp="1"/>
          </p:cNvSpPr>
          <p:nvPr>
            <p:ph type="body" sz="quarter" idx="10" hasCustomPrompt="1"/>
          </p:nvPr>
        </p:nvSpPr>
        <p:spPr>
          <a:xfrm>
            <a:off x="333946" y="800100"/>
            <a:ext cx="11657456" cy="533400"/>
          </a:xfrm>
          <a:prstGeom prst="rect">
            <a:avLst/>
          </a:prstGeom>
        </p:spPr>
        <p:txBody>
          <a:bodyPr/>
          <a:lstStyle>
            <a:lvl1pPr marL="0" indent="0">
              <a:lnSpc>
                <a:spcPts val="2000"/>
              </a:lnSpc>
              <a:spcBef>
                <a:spcPts val="0"/>
              </a:spcBef>
              <a:buNone/>
              <a:defRPr sz="1800">
                <a:solidFill>
                  <a:srgbClr val="7F7F7F"/>
                </a:solidFill>
              </a:defRPr>
            </a:lvl1pPr>
          </a:lstStyle>
          <a:p>
            <a:pPr lvl="0"/>
            <a:r>
              <a:rPr lang="en-US"/>
              <a:t>Subhead</a:t>
            </a:r>
          </a:p>
        </p:txBody>
      </p:sp>
    </p:spTree>
    <p:extLst>
      <p:ext uri="{BB962C8B-B14F-4D97-AF65-F5344CB8AC3E}">
        <p14:creationId xmlns:p14="http://schemas.microsoft.com/office/powerpoint/2010/main" val="28169977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_Title + Key message + Body ">
    <p:spTree>
      <p:nvGrpSpPr>
        <p:cNvPr id="1" name=""/>
        <p:cNvGrpSpPr/>
        <p:nvPr/>
      </p:nvGrpSpPr>
      <p:grpSpPr>
        <a:xfrm>
          <a:off x="0" y="0"/>
          <a:ext cx="0" cy="0"/>
          <a:chOff x="0" y="0"/>
          <a:chExt cx="0" cy="0"/>
        </a:xfrm>
      </p:grpSpPr>
      <p:sp>
        <p:nvSpPr>
          <p:cNvPr id="2" name="Title 1"/>
          <p:cNvSpPr>
            <a:spLocks noGrp="1"/>
          </p:cNvSpPr>
          <p:nvPr>
            <p:ph type="title"/>
          </p:nvPr>
        </p:nvSpPr>
        <p:spPr>
          <a:xfrm>
            <a:off x="302683" y="241301"/>
            <a:ext cx="11584516" cy="521677"/>
          </a:xfrm>
          <a:prstGeom prst="rect">
            <a:avLst/>
          </a:prstGeom>
        </p:spPr>
        <p:txBody>
          <a:bodyPr/>
          <a:lstStyle>
            <a:lvl1pPr>
              <a:defRPr sz="3200"/>
            </a:lvl1pPr>
          </a:lstStyle>
          <a:p>
            <a:r>
              <a:rPr lang="en-US"/>
              <a:t>Click to edit Master title style</a:t>
            </a:r>
          </a:p>
        </p:txBody>
      </p:sp>
      <p:sp>
        <p:nvSpPr>
          <p:cNvPr id="3" name="Text Placeholder 14">
            <a:extLst>
              <a:ext uri="{FF2B5EF4-FFF2-40B4-BE49-F238E27FC236}">
                <a16:creationId xmlns:a16="http://schemas.microsoft.com/office/drawing/2014/main" id="{9A155005-778C-1A48-8609-19F76833D32A}"/>
              </a:ext>
            </a:extLst>
          </p:cNvPr>
          <p:cNvSpPr>
            <a:spLocks noGrp="1"/>
          </p:cNvSpPr>
          <p:nvPr>
            <p:ph type="body" sz="quarter" idx="10" hasCustomPrompt="1"/>
          </p:nvPr>
        </p:nvSpPr>
        <p:spPr>
          <a:xfrm>
            <a:off x="333946" y="800100"/>
            <a:ext cx="11657456" cy="533400"/>
          </a:xfrm>
          <a:prstGeom prst="rect">
            <a:avLst/>
          </a:prstGeom>
        </p:spPr>
        <p:txBody>
          <a:bodyPr/>
          <a:lstStyle>
            <a:lvl1pPr marL="0" indent="0">
              <a:lnSpc>
                <a:spcPts val="2000"/>
              </a:lnSpc>
              <a:spcBef>
                <a:spcPts val="0"/>
              </a:spcBef>
              <a:buNone/>
              <a:defRPr sz="1800">
                <a:solidFill>
                  <a:srgbClr val="7F7F7F"/>
                </a:solidFill>
              </a:defRPr>
            </a:lvl1pPr>
          </a:lstStyle>
          <a:p>
            <a:pPr lvl="0"/>
            <a:r>
              <a:rPr lang="en-US"/>
              <a:t>Subhead</a:t>
            </a:r>
          </a:p>
        </p:txBody>
      </p:sp>
      <p:sp>
        <p:nvSpPr>
          <p:cNvPr id="6" name="Text Placeholder 5">
            <a:extLst>
              <a:ext uri="{FF2B5EF4-FFF2-40B4-BE49-F238E27FC236}">
                <a16:creationId xmlns:a16="http://schemas.microsoft.com/office/drawing/2014/main" id="{0DEF974E-C245-AE45-A9A5-B7368CAA1991}"/>
              </a:ext>
            </a:extLst>
          </p:cNvPr>
          <p:cNvSpPr>
            <a:spLocks noGrp="1"/>
          </p:cNvSpPr>
          <p:nvPr>
            <p:ph type="body" sz="quarter" idx="11"/>
          </p:nvPr>
        </p:nvSpPr>
        <p:spPr>
          <a:xfrm>
            <a:off x="303213" y="1550988"/>
            <a:ext cx="11583987" cy="4114800"/>
          </a:xfrm>
          <a:prstGeom prst="rect">
            <a:avLst/>
          </a:prstGeom>
        </p:spPr>
        <p:txBody>
          <a:bodyPr/>
          <a:lstStyle>
            <a:lvl1pPr>
              <a:defRPr b="0" i="0">
                <a:solidFill>
                  <a:schemeClr val="tx1">
                    <a:lumMod val="75000"/>
                    <a:lumOff val="25000"/>
                  </a:schemeClr>
                </a:solidFill>
                <a:latin typeface="Arial Regular" charset="0"/>
                <a:ea typeface="Arial Regular" charset="0"/>
                <a:cs typeface="Arial Regular" charset="0"/>
              </a:defRPr>
            </a:lvl1pPr>
            <a:lvl2pPr>
              <a:defRPr b="0" i="0">
                <a:solidFill>
                  <a:schemeClr val="tx1">
                    <a:lumMod val="75000"/>
                    <a:lumOff val="25000"/>
                  </a:schemeClr>
                </a:solidFill>
                <a:latin typeface="Arial Regular" charset="0"/>
                <a:ea typeface="Arial Regular" charset="0"/>
                <a:cs typeface="Arial Regular" charset="0"/>
              </a:defRPr>
            </a:lvl2pPr>
            <a:lvl3pPr>
              <a:defRPr b="0" i="0">
                <a:solidFill>
                  <a:schemeClr val="tx1">
                    <a:lumMod val="75000"/>
                    <a:lumOff val="25000"/>
                  </a:schemeClr>
                </a:solidFill>
                <a:latin typeface="Arial Regular" charset="0"/>
                <a:ea typeface="Arial Regular" charset="0"/>
                <a:cs typeface="Arial Regular" charset="0"/>
              </a:defRPr>
            </a:lvl3pPr>
            <a:lvl4pPr>
              <a:defRPr b="0" i="0">
                <a:solidFill>
                  <a:schemeClr val="tx1">
                    <a:lumMod val="75000"/>
                    <a:lumOff val="25000"/>
                  </a:schemeClr>
                </a:solidFill>
                <a:latin typeface="Arial Regular" charset="0"/>
                <a:ea typeface="Arial Regular" charset="0"/>
                <a:cs typeface="Arial Regular" charset="0"/>
              </a:defRPr>
            </a:lvl4pPr>
            <a:lvl5pPr>
              <a:defRPr b="0" i="0">
                <a:solidFill>
                  <a:schemeClr val="tx1">
                    <a:lumMod val="75000"/>
                    <a:lumOff val="25000"/>
                  </a:schemeClr>
                </a:solidFill>
                <a:latin typeface="Arial Regular" charset="0"/>
                <a:ea typeface="Arial Regular" charset="0"/>
                <a:cs typeface="Arial Regular"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49942430"/>
      </p:ext>
    </p:extLst>
  </p:cSld>
  <p:clrMapOvr>
    <a:masterClrMapping/>
  </p:clrMapOvr>
  <p:hf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2683" y="241301"/>
            <a:ext cx="11584516" cy="521677"/>
          </a:xfrm>
          <a:prstGeom prst="rect">
            <a:avLst/>
          </a:prstGeom>
        </p:spPr>
        <p:txBody>
          <a:bodyPr lIns="0" rIns="0"/>
          <a:lstStyle>
            <a:lvl1pPr>
              <a:defRPr sz="2800" b="0" i="0">
                <a:latin typeface="Arial" panose="020B0604020202020204" pitchFamily="34" charset="0"/>
                <a:cs typeface="Arial" panose="020B0604020202020204" pitchFamily="34" charset="0"/>
              </a:defRPr>
            </a:lvl1pPr>
          </a:lstStyle>
          <a:p>
            <a:r>
              <a:rPr lang="en-US"/>
              <a:t>Click to edit Master title style</a:t>
            </a:r>
          </a:p>
        </p:txBody>
      </p:sp>
      <p:sp>
        <p:nvSpPr>
          <p:cNvPr id="3" name="Text Placeholder 14"/>
          <p:cNvSpPr>
            <a:spLocks noGrp="1"/>
          </p:cNvSpPr>
          <p:nvPr>
            <p:ph type="body" sz="quarter" idx="10"/>
          </p:nvPr>
        </p:nvSpPr>
        <p:spPr>
          <a:xfrm>
            <a:off x="300080" y="800100"/>
            <a:ext cx="11657456" cy="533400"/>
          </a:xfrm>
          <a:prstGeom prst="rect">
            <a:avLst/>
          </a:prstGeom>
        </p:spPr>
        <p:txBody>
          <a:bodyPr lIns="0" rIns="0"/>
          <a:lstStyle>
            <a:lvl1pPr marL="0" indent="0">
              <a:lnSpc>
                <a:spcPts val="2000"/>
              </a:lnSpc>
              <a:spcBef>
                <a:spcPts val="0"/>
              </a:spcBef>
              <a:buNone/>
              <a:defRPr sz="1800" b="0" i="0">
                <a:solidFill>
                  <a:schemeClr val="tx1"/>
                </a:solidFill>
                <a:latin typeface="Arial" panose="020B0604020202020204" pitchFamily="34" charset="0"/>
                <a:ea typeface="Open Sans" panose="020B0606030504020204" pitchFamily="34" charset="0"/>
                <a:cs typeface="Arial" panose="020B0604020202020204" pitchFamily="34" charset="0"/>
              </a:defRPr>
            </a:lvl1pPr>
          </a:lstStyle>
          <a:p>
            <a:pPr lvl="0"/>
            <a:r>
              <a:rPr lang="en-US"/>
              <a:t>Click to edit Master text styles</a:t>
            </a:r>
          </a:p>
        </p:txBody>
      </p:sp>
      <p:sp>
        <p:nvSpPr>
          <p:cNvPr id="6" name="Text Placeholder 5"/>
          <p:cNvSpPr>
            <a:spLocks noGrp="1"/>
          </p:cNvSpPr>
          <p:nvPr>
            <p:ph type="body" sz="quarter" idx="11"/>
          </p:nvPr>
        </p:nvSpPr>
        <p:spPr>
          <a:xfrm>
            <a:off x="303213" y="1550988"/>
            <a:ext cx="11583987" cy="4114800"/>
          </a:xfrm>
          <a:prstGeom prst="rect">
            <a:avLst/>
          </a:prstGeom>
        </p:spPr>
        <p:txBody>
          <a:bodyPr lIns="0" rIns="0"/>
          <a:lstStyle>
            <a:lvl1pPr>
              <a:defRPr b="0" i="0">
                <a:solidFill>
                  <a:schemeClr val="tx1"/>
                </a:solidFill>
                <a:latin typeface="Arial" panose="020B0604020202020204" pitchFamily="34" charset="0"/>
                <a:ea typeface="Open Sans" panose="020B0606030504020204" pitchFamily="34" charset="0"/>
                <a:cs typeface="Arial" panose="020B0604020202020204" pitchFamily="34" charset="0"/>
              </a:defRPr>
            </a:lvl1pPr>
            <a:lvl2pPr>
              <a:defRPr b="0" i="0">
                <a:solidFill>
                  <a:schemeClr val="tx1"/>
                </a:solidFill>
                <a:latin typeface="Arial" panose="020B0604020202020204" pitchFamily="34" charset="0"/>
                <a:ea typeface="Open Sans" panose="020B0606030504020204" pitchFamily="34" charset="0"/>
                <a:cs typeface="Arial" panose="020B0604020202020204" pitchFamily="34" charset="0"/>
              </a:defRPr>
            </a:lvl2pPr>
            <a:lvl3pPr>
              <a:defRPr b="0" i="0">
                <a:solidFill>
                  <a:schemeClr val="tx1"/>
                </a:solidFill>
                <a:latin typeface="Arial" panose="020B0604020202020204" pitchFamily="34" charset="0"/>
                <a:ea typeface="Open Sans" panose="020B0606030504020204" pitchFamily="34" charset="0"/>
                <a:cs typeface="Arial" panose="020B0604020202020204" pitchFamily="34" charset="0"/>
              </a:defRPr>
            </a:lvl3pPr>
            <a:lvl4pPr>
              <a:defRPr b="0" i="0">
                <a:solidFill>
                  <a:schemeClr val="tx1"/>
                </a:solidFill>
                <a:latin typeface="Arial" panose="020B0604020202020204" pitchFamily="34" charset="0"/>
                <a:ea typeface="Open Sans" panose="020B0606030504020204" pitchFamily="34" charset="0"/>
                <a:cs typeface="Arial" panose="020B0604020202020204" pitchFamily="34" charset="0"/>
              </a:defRPr>
            </a:lvl4pPr>
            <a:lvl5pPr>
              <a:defRPr b="0" i="0">
                <a:solidFill>
                  <a:schemeClr val="tx1"/>
                </a:solidFill>
                <a:latin typeface="Arial" panose="020B0604020202020204" pitchFamily="34" charset="0"/>
                <a:ea typeface="Open Sans" panose="020B0606030504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99797520"/>
      </p:ext>
    </p:extLst>
  </p:cSld>
  <p:clrMapOvr>
    <a:masterClrMapping/>
  </p:clrMapOvr>
  <p:transition spd="med">
    <p:fade/>
  </p:transition>
  <p:hf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90536616"/>
      </p:ext>
    </p:extLst>
  </p:cSld>
  <p:clrMapOvr>
    <a:masterClrMapping/>
  </p:clrMapOvr>
  <p:transition spd="med">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6_Custom Layout Picture">
    <p:spTree>
      <p:nvGrpSpPr>
        <p:cNvPr id="1" name=""/>
        <p:cNvGrpSpPr/>
        <p:nvPr/>
      </p:nvGrpSpPr>
      <p:grpSpPr>
        <a:xfrm>
          <a:off x="0" y="0"/>
          <a:ext cx="0" cy="0"/>
          <a:chOff x="0" y="0"/>
          <a:chExt cx="0" cy="0"/>
        </a:xfrm>
      </p:grpSpPr>
      <p:sp>
        <p:nvSpPr>
          <p:cNvPr id="9" name="Picture Placeholder 8"/>
          <p:cNvSpPr>
            <a:spLocks noGrp="1"/>
          </p:cNvSpPr>
          <p:nvPr>
            <p:ph type="pic" sz="quarter" idx="10"/>
          </p:nvPr>
        </p:nvSpPr>
        <p:spPr>
          <a:xfrm>
            <a:off x="4439798" y="-1"/>
            <a:ext cx="7752202" cy="6858000"/>
          </a:xfrm>
          <a:custGeom>
            <a:avLst/>
            <a:gdLst>
              <a:gd name="connsiteX0" fmla="*/ 0 w 7752202"/>
              <a:gd name="connsiteY0" fmla="*/ 0 h 6858000"/>
              <a:gd name="connsiteX1" fmla="*/ 7752202 w 7752202"/>
              <a:gd name="connsiteY1" fmla="*/ 0 h 6858000"/>
              <a:gd name="connsiteX2" fmla="*/ 7752202 w 7752202"/>
              <a:gd name="connsiteY2" fmla="*/ 6858000 h 6858000"/>
              <a:gd name="connsiteX3" fmla="*/ 0 w 775220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752202" h="6858000">
                <a:moveTo>
                  <a:pt x="0" y="0"/>
                </a:moveTo>
                <a:lnTo>
                  <a:pt x="7752202" y="0"/>
                </a:lnTo>
                <a:lnTo>
                  <a:pt x="7752202" y="6858000"/>
                </a:lnTo>
                <a:lnTo>
                  <a:pt x="0" y="6858000"/>
                </a:lnTo>
                <a:close/>
              </a:path>
            </a:pathLst>
          </a:custGeom>
        </p:spPr>
        <p:txBody>
          <a:bodyPr wrap="square">
            <a:noAutofit/>
          </a:bodyPr>
          <a:lstStyle>
            <a:lvl1pPr>
              <a:defRPr b="0" i="0"/>
            </a:lvl1pPr>
          </a:lstStyle>
          <a:p>
            <a:pPr lvl="0"/>
            <a:r>
              <a:rPr lang="en-US" noProof="0"/>
              <a:t>Click icon to add picture</a:t>
            </a:r>
          </a:p>
        </p:txBody>
      </p:sp>
    </p:spTree>
    <p:extLst>
      <p:ext uri="{BB962C8B-B14F-4D97-AF65-F5344CB8AC3E}">
        <p14:creationId xmlns:p14="http://schemas.microsoft.com/office/powerpoint/2010/main" val="36189463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image" Target="../media/image1.png"/><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03DFBB5-B57C-834D-A31E-FDE70D80EE3F}"/>
              </a:ext>
            </a:extLst>
          </p:cNvPr>
          <p:cNvPicPr>
            <a:picLocks noChangeAspect="1"/>
          </p:cNvPicPr>
          <p:nvPr userDrawn="1"/>
        </p:nvPicPr>
        <p:blipFill>
          <a:blip r:embed="rId26" cstate="email">
            <a:extLst>
              <a:ext uri="{28A0092B-C50C-407E-A947-70E740481C1C}">
                <a14:useLocalDpi xmlns:a14="http://schemas.microsoft.com/office/drawing/2010/main"/>
              </a:ext>
            </a:extLst>
          </a:blip>
          <a:stretch>
            <a:fillRect/>
          </a:stretch>
        </p:blipFill>
        <p:spPr>
          <a:xfrm>
            <a:off x="302683" y="6447947"/>
            <a:ext cx="1312189" cy="181453"/>
          </a:xfrm>
          <a:prstGeom prst="rect">
            <a:avLst/>
          </a:prstGeom>
        </p:spPr>
      </p:pic>
      <p:sp>
        <p:nvSpPr>
          <p:cNvPr id="6" name="Slide Number Placeholder 9">
            <a:extLst>
              <a:ext uri="{FF2B5EF4-FFF2-40B4-BE49-F238E27FC236}">
                <a16:creationId xmlns:a16="http://schemas.microsoft.com/office/drawing/2014/main" id="{0404AC99-427C-B449-B113-72810D4747E0}"/>
              </a:ext>
            </a:extLst>
          </p:cNvPr>
          <p:cNvSpPr txBox="1">
            <a:spLocks/>
          </p:cNvSpPr>
          <p:nvPr userDrawn="1"/>
        </p:nvSpPr>
        <p:spPr>
          <a:xfrm>
            <a:off x="11575172" y="6387536"/>
            <a:ext cx="319625" cy="108360"/>
          </a:xfrm>
          <a:prstGeom prst="rect">
            <a:avLst/>
          </a:prstGeom>
        </p:spPr>
        <p:txBody>
          <a:bodyPr vert="horz" wrap="none" lIns="0" tIns="0" rIns="0" bIns="0" rtlCol="0" anchor="ctr"/>
          <a:lstStyle>
            <a:defPPr>
              <a:defRPr lang="en-US"/>
            </a:defPPr>
            <a:lvl1pPr marL="0" algn="ctr" defTabSz="765273" rtl="0" eaLnBrk="1" latinLnBrk="0" hangingPunct="1">
              <a:defRPr sz="1200" b="1" i="0" kern="1200">
                <a:solidFill>
                  <a:schemeClr val="bg1"/>
                </a:solidFill>
                <a:latin typeface="Arial" charset="0"/>
                <a:ea typeface="Arial" charset="0"/>
                <a:cs typeface="Arial" charset="0"/>
              </a:defRPr>
            </a:lvl1pPr>
            <a:lvl2pPr marL="382636" algn="l" defTabSz="765273" rtl="0" eaLnBrk="1" latinLnBrk="0" hangingPunct="1">
              <a:defRPr sz="1507" kern="1200">
                <a:solidFill>
                  <a:schemeClr val="tx1"/>
                </a:solidFill>
                <a:latin typeface="+mn-lt"/>
                <a:ea typeface="+mn-ea"/>
                <a:cs typeface="+mn-cs"/>
              </a:defRPr>
            </a:lvl2pPr>
            <a:lvl3pPr marL="765273" algn="l" defTabSz="765273" rtl="0" eaLnBrk="1" latinLnBrk="0" hangingPunct="1">
              <a:defRPr sz="1507" kern="1200">
                <a:solidFill>
                  <a:schemeClr val="tx1"/>
                </a:solidFill>
                <a:latin typeface="+mn-lt"/>
                <a:ea typeface="+mn-ea"/>
                <a:cs typeface="+mn-cs"/>
              </a:defRPr>
            </a:lvl3pPr>
            <a:lvl4pPr marL="1147909" algn="l" defTabSz="765273" rtl="0" eaLnBrk="1" latinLnBrk="0" hangingPunct="1">
              <a:defRPr sz="1507" kern="1200">
                <a:solidFill>
                  <a:schemeClr val="tx1"/>
                </a:solidFill>
                <a:latin typeface="+mn-lt"/>
                <a:ea typeface="+mn-ea"/>
                <a:cs typeface="+mn-cs"/>
              </a:defRPr>
            </a:lvl4pPr>
            <a:lvl5pPr marL="1530546" algn="l" defTabSz="765273" rtl="0" eaLnBrk="1" latinLnBrk="0" hangingPunct="1">
              <a:defRPr sz="1507" kern="1200">
                <a:solidFill>
                  <a:schemeClr val="tx1"/>
                </a:solidFill>
                <a:latin typeface="+mn-lt"/>
                <a:ea typeface="+mn-ea"/>
                <a:cs typeface="+mn-cs"/>
              </a:defRPr>
            </a:lvl5pPr>
            <a:lvl6pPr marL="1913182" algn="l" defTabSz="765273" rtl="0" eaLnBrk="1" latinLnBrk="0" hangingPunct="1">
              <a:defRPr sz="1507" kern="1200">
                <a:solidFill>
                  <a:schemeClr val="tx1"/>
                </a:solidFill>
                <a:latin typeface="+mn-lt"/>
                <a:ea typeface="+mn-ea"/>
                <a:cs typeface="+mn-cs"/>
              </a:defRPr>
            </a:lvl6pPr>
            <a:lvl7pPr marL="2295819" algn="l" defTabSz="765273" rtl="0" eaLnBrk="1" latinLnBrk="0" hangingPunct="1">
              <a:defRPr sz="1507" kern="1200">
                <a:solidFill>
                  <a:schemeClr val="tx1"/>
                </a:solidFill>
                <a:latin typeface="+mn-lt"/>
                <a:ea typeface="+mn-ea"/>
                <a:cs typeface="+mn-cs"/>
              </a:defRPr>
            </a:lvl7pPr>
            <a:lvl8pPr marL="2678454" algn="l" defTabSz="765273" rtl="0" eaLnBrk="1" latinLnBrk="0" hangingPunct="1">
              <a:defRPr sz="1507" kern="1200">
                <a:solidFill>
                  <a:schemeClr val="tx1"/>
                </a:solidFill>
                <a:latin typeface="+mn-lt"/>
                <a:ea typeface="+mn-ea"/>
                <a:cs typeface="+mn-cs"/>
              </a:defRPr>
            </a:lvl8pPr>
            <a:lvl9pPr marL="3061091" algn="l" defTabSz="765273" rtl="0" eaLnBrk="1" latinLnBrk="0" hangingPunct="1">
              <a:defRPr sz="1507" kern="1200">
                <a:solidFill>
                  <a:schemeClr val="tx1"/>
                </a:solidFill>
                <a:latin typeface="+mn-lt"/>
                <a:ea typeface="+mn-ea"/>
                <a:cs typeface="+mn-cs"/>
              </a:defRPr>
            </a:lvl9pPr>
          </a:lstStyle>
          <a:p>
            <a:fld id="{175D4B48-FFA5-7D40-9EA7-31B4854DE5AA}" type="slidenum">
              <a:rPr lang="en-US" b="0" i="0" smtClean="0">
                <a:solidFill>
                  <a:srgbClr val="412D5D"/>
                </a:solidFill>
                <a:latin typeface="Arial" panose="020B0604020202020204" pitchFamily="34" charset="0"/>
                <a:ea typeface="Arial Regular" charset="0"/>
                <a:cs typeface="Arial" panose="020B0604020202020204" pitchFamily="34" charset="0"/>
              </a:rPr>
              <a:t>‹#›</a:t>
            </a:fld>
            <a:endParaRPr lang="en-US" b="0" i="0">
              <a:solidFill>
                <a:srgbClr val="412D5D"/>
              </a:solidFill>
              <a:latin typeface="Arial" panose="020B0604020202020204" pitchFamily="34" charset="0"/>
              <a:ea typeface="Arial Regular" charset="0"/>
              <a:cs typeface="Arial" panose="020B0604020202020204" pitchFamily="34" charset="0"/>
            </a:endParaRPr>
          </a:p>
        </p:txBody>
      </p:sp>
      <p:sp>
        <p:nvSpPr>
          <p:cNvPr id="7" name="Oval 6">
            <a:extLst>
              <a:ext uri="{FF2B5EF4-FFF2-40B4-BE49-F238E27FC236}">
                <a16:creationId xmlns:a16="http://schemas.microsoft.com/office/drawing/2014/main" id="{C5D123E9-E46D-3344-A340-D5DAB06A17A7}"/>
              </a:ext>
            </a:extLst>
          </p:cNvPr>
          <p:cNvSpPr/>
          <p:nvPr userDrawn="1"/>
        </p:nvSpPr>
        <p:spPr>
          <a:xfrm>
            <a:off x="11548645" y="6257185"/>
            <a:ext cx="372680" cy="372680"/>
          </a:xfrm>
          <a:prstGeom prst="ellipse">
            <a:avLst/>
          </a:prstGeom>
          <a:noFill/>
          <a:ln>
            <a:solidFill>
              <a:srgbClr val="412D5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rial" panose="020B0604020202020204" pitchFamily="34" charset="0"/>
            </a:endParaRPr>
          </a:p>
        </p:txBody>
      </p:sp>
      <p:sp>
        <p:nvSpPr>
          <p:cNvPr id="8" name="Rectangle 7">
            <a:extLst>
              <a:ext uri="{FF2B5EF4-FFF2-40B4-BE49-F238E27FC236}">
                <a16:creationId xmlns:a16="http://schemas.microsoft.com/office/drawing/2014/main" id="{46B39B1A-085D-9742-8799-3A09147F648B}"/>
              </a:ext>
            </a:extLst>
          </p:cNvPr>
          <p:cNvSpPr/>
          <p:nvPr userDrawn="1"/>
        </p:nvSpPr>
        <p:spPr>
          <a:xfrm>
            <a:off x="0" y="-28105"/>
            <a:ext cx="12192000" cy="7315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rial" panose="020B0604020202020204" pitchFamily="34" charset="0"/>
            </a:endParaRPr>
          </a:p>
        </p:txBody>
      </p:sp>
    </p:spTree>
    <p:extLst>
      <p:ext uri="{BB962C8B-B14F-4D97-AF65-F5344CB8AC3E}">
        <p14:creationId xmlns:p14="http://schemas.microsoft.com/office/powerpoint/2010/main" val="394282490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80" r:id="rId19"/>
    <p:sldLayoutId id="2147483681" r:id="rId20"/>
    <p:sldLayoutId id="2147483682" r:id="rId21"/>
    <p:sldLayoutId id="2147483683" r:id="rId22"/>
    <p:sldLayoutId id="2147483684" r:id="rId23"/>
    <p:sldLayoutId id="2147483685" r:id="rId24"/>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914400" rtl="0" eaLnBrk="1" latinLnBrk="0" hangingPunct="1">
        <a:lnSpc>
          <a:spcPct val="90000"/>
        </a:lnSpc>
        <a:spcBef>
          <a:spcPct val="0"/>
        </a:spcBef>
        <a:buNone/>
        <a:defRPr sz="2800" b="1" i="0" kern="1200">
          <a:solidFill>
            <a:schemeClr val="accent1"/>
          </a:solidFill>
          <a:latin typeface="Arial" panose="020B0604020202020204" pitchFamily="34" charset="0"/>
          <a:ea typeface="+mj-ea"/>
          <a:cs typeface="Arial" panose="020B0604020202020204" pitchFamily="34" charset="0"/>
        </a:defRPr>
      </a:lvl1pPr>
    </p:titleStyle>
    <p:bodyStyle>
      <a:lvl1pPr marL="228600" indent="-173736" algn="l" defTabSz="914400" rtl="0" eaLnBrk="1" latinLnBrk="0" hangingPunct="1">
        <a:lnSpc>
          <a:spcPts val="2400"/>
        </a:lnSpc>
        <a:spcBef>
          <a:spcPts val="1000"/>
        </a:spcBef>
        <a:buClr>
          <a:srgbClr val="F3B949"/>
        </a:buClr>
        <a:buSzPct val="100000"/>
        <a:buFont typeface="Arial" panose="020B0604020202020204" pitchFamily="34" charset="0"/>
        <a:buChar char="•"/>
        <a:defRPr sz="1800" b="0" i="0" kern="1200">
          <a:solidFill>
            <a:schemeClr val="tx1"/>
          </a:solidFill>
          <a:latin typeface="Arial" panose="020B0604020202020204" pitchFamily="34" charset="0"/>
          <a:ea typeface="Open Sans" panose="020B0606030504020204" pitchFamily="34" charset="0"/>
          <a:cs typeface="Arial" panose="020B0604020202020204" pitchFamily="34" charset="0"/>
        </a:defRPr>
      </a:lvl1pPr>
      <a:lvl2pPr marL="685800" indent="-173736" algn="l" defTabSz="914400" rtl="0" eaLnBrk="1" latinLnBrk="0" hangingPunct="1">
        <a:lnSpc>
          <a:spcPts val="2400"/>
        </a:lnSpc>
        <a:spcBef>
          <a:spcPts val="500"/>
        </a:spcBef>
        <a:buClr>
          <a:srgbClr val="F3B949"/>
        </a:buClr>
        <a:buSzPct val="100000"/>
        <a:buFont typeface="Arial" panose="020B0604020202020204" pitchFamily="34" charset="0"/>
        <a:buChar char="•"/>
        <a:defRPr sz="1800" b="0" i="0" kern="1200">
          <a:solidFill>
            <a:schemeClr val="tx1"/>
          </a:solidFill>
          <a:latin typeface="Arial" panose="020B0604020202020204" pitchFamily="34" charset="0"/>
          <a:ea typeface="Open Sans" panose="020B0606030504020204" pitchFamily="34" charset="0"/>
          <a:cs typeface="Arial" panose="020B0604020202020204" pitchFamily="34" charset="0"/>
        </a:defRPr>
      </a:lvl2pPr>
      <a:lvl3pPr marL="1143000" indent="-173736" algn="l" defTabSz="914400" rtl="0" eaLnBrk="1" latinLnBrk="0" hangingPunct="1">
        <a:lnSpc>
          <a:spcPts val="2400"/>
        </a:lnSpc>
        <a:spcBef>
          <a:spcPts val="500"/>
        </a:spcBef>
        <a:buClr>
          <a:srgbClr val="F3B949"/>
        </a:buClr>
        <a:buSzPct val="100000"/>
        <a:buFont typeface="Arial" panose="020B0604020202020204" pitchFamily="34" charset="0"/>
        <a:buChar char="•"/>
        <a:defRPr sz="1800" b="0" i="0" kern="1200">
          <a:solidFill>
            <a:schemeClr val="tx1"/>
          </a:solidFill>
          <a:latin typeface="Arial" panose="020B0604020202020204" pitchFamily="34" charset="0"/>
          <a:ea typeface="Open Sans" panose="020B0606030504020204" pitchFamily="34" charset="0"/>
          <a:cs typeface="Arial" panose="020B0604020202020204" pitchFamily="34" charset="0"/>
        </a:defRPr>
      </a:lvl3pPr>
      <a:lvl4pPr marL="1712214" indent="-285750" algn="l" defTabSz="914400" rtl="0" eaLnBrk="1" latinLnBrk="0" hangingPunct="1">
        <a:lnSpc>
          <a:spcPts val="2000"/>
        </a:lnSpc>
        <a:spcBef>
          <a:spcPts val="500"/>
        </a:spcBef>
        <a:buClr>
          <a:srgbClr val="7F7F7F"/>
        </a:buClr>
        <a:buSzPct val="100000"/>
        <a:buFont typeface="Arial" panose="020B0604020202020204" pitchFamily="34" charset="0"/>
        <a:buChar char="•"/>
        <a:defRPr sz="1800" b="0" i="0" kern="1200">
          <a:solidFill>
            <a:schemeClr val="tx1"/>
          </a:solidFill>
          <a:latin typeface="Arial" panose="020B0604020202020204" pitchFamily="34" charset="0"/>
          <a:ea typeface="+mn-ea"/>
          <a:cs typeface="Arial" panose="020B0604020202020204" pitchFamily="34" charset="0"/>
        </a:defRPr>
      </a:lvl4pPr>
      <a:lvl5pPr marL="2057400" indent="-173736" algn="l" defTabSz="914400" rtl="0" eaLnBrk="1" latinLnBrk="0" hangingPunct="1">
        <a:lnSpc>
          <a:spcPts val="2000"/>
        </a:lnSpc>
        <a:spcBef>
          <a:spcPts val="500"/>
        </a:spcBef>
        <a:buClr>
          <a:srgbClr val="412D5D"/>
        </a:buClr>
        <a:buSzPct val="100000"/>
        <a:buFont typeface="Arial" panose="020B0604020202020204" pitchFamily="34" charset="0"/>
        <a:buChar char="•"/>
        <a:defRPr sz="1800" b="0" i="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rial" panose="020B0604020202020204" pitchFamily="34" charset="0"/>
          <a:ea typeface="Open Sans" panose="020B0606030504020204" pitchFamily="34" charset="0"/>
          <a:cs typeface="Arial" panose="020B0604020202020204" pitchFamily="34" charset="0"/>
        </a:defRPr>
      </a:lvl6pPr>
      <a:lvl7pPr marL="29718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rial" panose="020B0604020202020204" pitchFamily="34" charset="0"/>
          <a:ea typeface="Open Sans" panose="020B0606030504020204" pitchFamily="34" charset="0"/>
          <a:cs typeface="Arial" panose="020B0604020202020204" pitchFamily="34" charset="0"/>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7" pos="191">
          <p15:clr>
            <a:srgbClr val="F26B43"/>
          </p15:clr>
        </p15:guide>
        <p15:guide id="18" orient="horz" pos="144">
          <p15:clr>
            <a:srgbClr val="F26B43"/>
          </p15:clr>
        </p15:guide>
        <p15:guide id="19" orient="horz" pos="4176">
          <p15:clr>
            <a:srgbClr val="F26B43"/>
          </p15:clr>
        </p15:guide>
        <p15:guide id="20" pos="7488">
          <p15:clr>
            <a:srgbClr val="F26B43"/>
          </p15:clr>
        </p15:guide>
        <p15:guide id="21" orient="horz" pos="480">
          <p15:clr>
            <a:srgbClr val="F26B43"/>
          </p15:clr>
        </p15:guide>
        <p15:guide id="31" orient="horz" pos="3816">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xml"/><Relationship Id="rId1" Type="http://schemas.openxmlformats.org/officeDocument/2006/relationships/slideLayout" Target="../slideLayouts/slideLayout11.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image" Target="../media/image22.emf"/><Relationship Id="rId1" Type="http://schemas.openxmlformats.org/officeDocument/2006/relationships/slideLayout" Target="../slideLayouts/slideLayout2.xml"/><Relationship Id="rId4" Type="http://schemas.openxmlformats.org/officeDocument/2006/relationships/image" Target="../media/image24.emf"/></Relationships>
</file>

<file path=ppt/slides/_rels/slide5.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7"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chart" Target="../charts/chart4.xml"/><Relationship Id="rId5" Type="http://schemas.openxmlformats.org/officeDocument/2006/relationships/chart" Target="../charts/chart3.xml"/><Relationship Id="rId4" Type="http://schemas.openxmlformats.org/officeDocument/2006/relationships/chart" Target="../charts/chart2.xml"/></Relationships>
</file>

<file path=ppt/slides/_rels/slide7.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29.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5C924-6AEF-7325-AF54-A29DA4327BF3}"/>
              </a:ext>
            </a:extLst>
          </p:cNvPr>
          <p:cNvSpPr>
            <a:spLocks noGrp="1"/>
          </p:cNvSpPr>
          <p:nvPr>
            <p:ph type="title"/>
          </p:nvPr>
        </p:nvSpPr>
        <p:spPr/>
        <p:txBody>
          <a:bodyPr/>
          <a:lstStyle/>
          <a:p>
            <a:r>
              <a:rPr lang="en-US">
                <a:solidFill>
                  <a:schemeClr val="accent1"/>
                </a:solidFill>
              </a:rPr>
              <a:t>DCI Intelligence</a:t>
            </a:r>
            <a:br>
              <a:rPr lang="en-US">
                <a:solidFill>
                  <a:schemeClr val="accent1"/>
                </a:solidFill>
              </a:rPr>
            </a:br>
            <a:r>
              <a:rPr lang="en-US">
                <a:solidFill>
                  <a:schemeClr val="accent1"/>
                </a:solidFill>
              </a:rPr>
              <a:t>Platform</a:t>
            </a:r>
            <a:br>
              <a:rPr lang="en-US" sz="1800">
                <a:solidFill>
                  <a:schemeClr val="accent1"/>
                </a:solidFill>
              </a:rPr>
            </a:br>
            <a:r>
              <a:rPr lang="en-US" sz="1800">
                <a:solidFill>
                  <a:schemeClr val="accent1"/>
                </a:solidFill>
              </a:rPr>
              <a:t>Centric Microsoft Practice Hackathon 2026</a:t>
            </a:r>
          </a:p>
        </p:txBody>
      </p:sp>
    </p:spTree>
    <p:extLst>
      <p:ext uri="{BB962C8B-B14F-4D97-AF65-F5344CB8AC3E}">
        <p14:creationId xmlns:p14="http://schemas.microsoft.com/office/powerpoint/2010/main" val="2187392364"/>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When Minutes Matter</a:t>
            </a:r>
          </a:p>
        </p:txBody>
      </p:sp>
      <p:sp>
        <p:nvSpPr>
          <p:cNvPr id="5" name="Rectangle 4">
            <a:extLst>
              <a:ext uri="{FF2B5EF4-FFF2-40B4-BE49-F238E27FC236}">
                <a16:creationId xmlns:a16="http://schemas.microsoft.com/office/drawing/2014/main" id="{36626737-F0AF-3C45-8E8C-D7DA40D1EDBF}"/>
              </a:ext>
            </a:extLst>
          </p:cNvPr>
          <p:cNvSpPr/>
          <p:nvPr/>
        </p:nvSpPr>
        <p:spPr>
          <a:xfrm>
            <a:off x="-1" y="1360428"/>
            <a:ext cx="6024283" cy="436660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28303B"/>
              </a:solidFill>
              <a:latin typeface="Arial" panose="020B0604020202020204" pitchFamily="34" charset="0"/>
            </a:endParaRPr>
          </a:p>
        </p:txBody>
      </p:sp>
      <p:sp>
        <p:nvSpPr>
          <p:cNvPr id="7" name="Text Placeholder 2"/>
          <p:cNvSpPr txBox="1">
            <a:spLocks/>
          </p:cNvSpPr>
          <p:nvPr/>
        </p:nvSpPr>
        <p:spPr>
          <a:xfrm>
            <a:off x="899920" y="2129607"/>
            <a:ext cx="4809151" cy="2451358"/>
          </a:xfrm>
          <a:prstGeom prst="rect">
            <a:avLst/>
          </a:prstGeom>
        </p:spPr>
        <p:txBody>
          <a:bodyPr lIns="0" tIns="0" rIns="0" bIns="0">
            <a:no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lnSpc>
                <a:spcPts val="2600"/>
              </a:lnSpc>
              <a:spcAft>
                <a:spcPts val="600"/>
              </a:spcAft>
              <a:buNone/>
            </a:pPr>
            <a:r>
              <a:rPr lang="en-US" sz="1400">
                <a:ea typeface="Raleway" charset="0"/>
                <a:cs typeface="Raleway" charset="0"/>
              </a:rPr>
              <a:t>A contractor calls at 7am — locked out of the portal, crew standing by, site inspection due by noon. Someone has to stop what they’re doing and fix it.</a:t>
            </a:r>
          </a:p>
          <a:p>
            <a:pPr marL="0" indent="0">
              <a:lnSpc>
                <a:spcPts val="2600"/>
              </a:lnSpc>
              <a:spcAft>
                <a:spcPts val="600"/>
              </a:spcAft>
              <a:buNone/>
            </a:pPr>
            <a:r>
              <a:rPr lang="en-US" sz="1400">
                <a:ea typeface="Raleway" charset="0"/>
                <a:cs typeface="Raleway" charset="0"/>
              </a:rPr>
              <a:t>The ETL hasn’t run in two days. There’s a city council presentation tomorrow. A city liaison is about to walk in with stale data and no warning.</a:t>
            </a:r>
          </a:p>
          <a:p>
            <a:pPr marL="0" indent="0">
              <a:lnSpc>
                <a:spcPts val="2600"/>
              </a:lnSpc>
              <a:spcAft>
                <a:spcPts val="600"/>
              </a:spcAft>
              <a:buNone/>
            </a:pPr>
            <a:r>
              <a:rPr lang="en-US" sz="1400">
                <a:ea typeface="Raleway" charset="0"/>
                <a:cs typeface="Raleway" charset="0"/>
              </a:rPr>
              <a:t>A contractor just got flagged non-compliant. His cert doesn’t expire for three years. Someone entered the wrong year, and now he’s pulled from the site.</a:t>
            </a:r>
          </a:p>
          <a:p>
            <a:pPr marL="0" indent="0">
              <a:lnSpc>
                <a:spcPts val="2600"/>
              </a:lnSpc>
              <a:buNone/>
            </a:pPr>
            <a:r>
              <a:rPr lang="en-US" sz="1400" b="1">
                <a:solidFill>
                  <a:schemeClr val="accent1"/>
                </a:solidFill>
                <a:ea typeface="Raleway" charset="0"/>
                <a:cs typeface="Raleway" charset="0"/>
              </a:rPr>
              <a:t>Being good at handling it has hidden the cost of it.</a:t>
            </a:r>
          </a:p>
        </p:txBody>
      </p:sp>
      <p:cxnSp>
        <p:nvCxnSpPr>
          <p:cNvPr id="8" name="Straight Connector 7"/>
          <p:cNvCxnSpPr/>
          <p:nvPr/>
        </p:nvCxnSpPr>
        <p:spPr>
          <a:xfrm>
            <a:off x="904494" y="4907824"/>
            <a:ext cx="693174" cy="0"/>
          </a:xfrm>
          <a:prstGeom prst="line">
            <a:avLst/>
          </a:prstGeom>
          <a:ln w="47625">
            <a:solidFill>
              <a:schemeClr val="accent3"/>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rotWithShape="1">
          <a:blip r:embed="rId2" cstate="print">
            <a:extLst>
              <a:ext uri="{28A0092B-C50C-407E-A947-70E740481C1C}">
                <a14:useLocalDpi xmlns:a14="http://schemas.microsoft.com/office/drawing/2010/main" val="0"/>
              </a:ext>
            </a:extLst>
          </a:blip>
          <a:srcRect l="39678" r="3523"/>
          <a:stretch/>
        </p:blipFill>
        <p:spPr>
          <a:xfrm>
            <a:off x="6024282" y="0"/>
            <a:ext cx="6167718" cy="6858000"/>
          </a:xfrm>
          <a:prstGeom prst="rect">
            <a:avLst/>
          </a:prstGeom>
        </p:spPr>
      </p:pic>
      <p:sp>
        <p:nvSpPr>
          <p:cNvPr id="10" name="Slide Number Placeholder 9">
            <a:extLst>
              <a:ext uri="{FF2B5EF4-FFF2-40B4-BE49-F238E27FC236}">
                <a16:creationId xmlns:a16="http://schemas.microsoft.com/office/drawing/2014/main" id="{3B5A8211-4E7C-DA45-A13D-F6318C011FDB}"/>
              </a:ext>
            </a:extLst>
          </p:cNvPr>
          <p:cNvSpPr txBox="1">
            <a:spLocks/>
          </p:cNvSpPr>
          <p:nvPr/>
        </p:nvSpPr>
        <p:spPr>
          <a:xfrm>
            <a:off x="11605152" y="6462486"/>
            <a:ext cx="319625" cy="108360"/>
          </a:xfrm>
          <a:prstGeom prst="rect">
            <a:avLst/>
          </a:prstGeom>
        </p:spPr>
        <p:txBody>
          <a:bodyPr vert="horz" wrap="none" lIns="0" tIns="0" rIns="0" bIns="0" rtlCol="0" anchor="ctr"/>
          <a:lstStyle>
            <a:defPPr>
              <a:defRPr lang="en-US"/>
            </a:defPPr>
            <a:lvl1pPr marL="0" algn="ctr" defTabSz="765273" rtl="0" eaLnBrk="1" latinLnBrk="0" hangingPunct="1">
              <a:defRPr sz="1200" b="1" i="0" kern="1200">
                <a:solidFill>
                  <a:schemeClr val="bg1"/>
                </a:solidFill>
                <a:latin typeface="Arial" charset="0"/>
                <a:ea typeface="Arial" charset="0"/>
                <a:cs typeface="Arial" charset="0"/>
              </a:defRPr>
            </a:lvl1pPr>
            <a:lvl2pPr marL="382636" algn="l" defTabSz="765273" rtl="0" eaLnBrk="1" latinLnBrk="0" hangingPunct="1">
              <a:defRPr sz="1507" kern="1200">
                <a:solidFill>
                  <a:schemeClr val="tx1"/>
                </a:solidFill>
                <a:latin typeface="+mn-lt"/>
                <a:ea typeface="+mn-ea"/>
                <a:cs typeface="+mn-cs"/>
              </a:defRPr>
            </a:lvl2pPr>
            <a:lvl3pPr marL="765273" algn="l" defTabSz="765273" rtl="0" eaLnBrk="1" latinLnBrk="0" hangingPunct="1">
              <a:defRPr sz="1507" kern="1200">
                <a:solidFill>
                  <a:schemeClr val="tx1"/>
                </a:solidFill>
                <a:latin typeface="+mn-lt"/>
                <a:ea typeface="+mn-ea"/>
                <a:cs typeface="+mn-cs"/>
              </a:defRPr>
            </a:lvl3pPr>
            <a:lvl4pPr marL="1147909" algn="l" defTabSz="765273" rtl="0" eaLnBrk="1" latinLnBrk="0" hangingPunct="1">
              <a:defRPr sz="1507" kern="1200">
                <a:solidFill>
                  <a:schemeClr val="tx1"/>
                </a:solidFill>
                <a:latin typeface="+mn-lt"/>
                <a:ea typeface="+mn-ea"/>
                <a:cs typeface="+mn-cs"/>
              </a:defRPr>
            </a:lvl4pPr>
            <a:lvl5pPr marL="1530546" algn="l" defTabSz="765273" rtl="0" eaLnBrk="1" latinLnBrk="0" hangingPunct="1">
              <a:defRPr sz="1507" kern="1200">
                <a:solidFill>
                  <a:schemeClr val="tx1"/>
                </a:solidFill>
                <a:latin typeface="+mn-lt"/>
                <a:ea typeface="+mn-ea"/>
                <a:cs typeface="+mn-cs"/>
              </a:defRPr>
            </a:lvl5pPr>
            <a:lvl6pPr marL="1913182" algn="l" defTabSz="765273" rtl="0" eaLnBrk="1" latinLnBrk="0" hangingPunct="1">
              <a:defRPr sz="1507" kern="1200">
                <a:solidFill>
                  <a:schemeClr val="tx1"/>
                </a:solidFill>
                <a:latin typeface="+mn-lt"/>
                <a:ea typeface="+mn-ea"/>
                <a:cs typeface="+mn-cs"/>
              </a:defRPr>
            </a:lvl6pPr>
            <a:lvl7pPr marL="2295819" algn="l" defTabSz="765273" rtl="0" eaLnBrk="1" latinLnBrk="0" hangingPunct="1">
              <a:defRPr sz="1507" kern="1200">
                <a:solidFill>
                  <a:schemeClr val="tx1"/>
                </a:solidFill>
                <a:latin typeface="+mn-lt"/>
                <a:ea typeface="+mn-ea"/>
                <a:cs typeface="+mn-cs"/>
              </a:defRPr>
            </a:lvl7pPr>
            <a:lvl8pPr marL="2678454" algn="l" defTabSz="765273" rtl="0" eaLnBrk="1" latinLnBrk="0" hangingPunct="1">
              <a:defRPr sz="1507" kern="1200">
                <a:solidFill>
                  <a:schemeClr val="tx1"/>
                </a:solidFill>
                <a:latin typeface="+mn-lt"/>
                <a:ea typeface="+mn-ea"/>
                <a:cs typeface="+mn-cs"/>
              </a:defRPr>
            </a:lvl8pPr>
            <a:lvl9pPr marL="3061091" algn="l" defTabSz="765273" rtl="0" eaLnBrk="1" latinLnBrk="0" hangingPunct="1">
              <a:defRPr sz="1507" kern="1200">
                <a:solidFill>
                  <a:schemeClr val="tx1"/>
                </a:solidFill>
                <a:latin typeface="+mn-lt"/>
                <a:ea typeface="+mn-ea"/>
                <a:cs typeface="+mn-cs"/>
              </a:defRPr>
            </a:lvl9pPr>
          </a:lstStyle>
          <a:p>
            <a:fld id="{175D4B48-FFA5-7D40-9EA7-31B4854DE5AA}" type="slidenum">
              <a:rPr lang="en-US" b="0" i="0" smtClean="0">
                <a:solidFill>
                  <a:schemeClr val="bg1"/>
                </a:solidFill>
                <a:latin typeface="Arial" panose="020B0604020202020204" pitchFamily="34" charset="0"/>
                <a:ea typeface="Open Sans" panose="020B0606030504020204" pitchFamily="34" charset="0"/>
                <a:cs typeface="Arial" panose="020B0604020202020204" pitchFamily="34" charset="0"/>
              </a:rPr>
              <a:t>2</a:t>
            </a:fld>
            <a:endParaRPr lang="en-US" b="0" i="0">
              <a:solidFill>
                <a:schemeClr val="bg1"/>
              </a:solidFill>
              <a:latin typeface="Arial" panose="020B0604020202020204" pitchFamily="34" charset="0"/>
              <a:ea typeface="Open Sans" panose="020B0606030504020204" pitchFamily="34" charset="0"/>
              <a:cs typeface="Arial" panose="020B0604020202020204" pitchFamily="34" charset="0"/>
            </a:endParaRPr>
          </a:p>
        </p:txBody>
      </p:sp>
      <p:sp>
        <p:nvSpPr>
          <p:cNvPr id="11" name="Oval 10">
            <a:extLst>
              <a:ext uri="{FF2B5EF4-FFF2-40B4-BE49-F238E27FC236}">
                <a16:creationId xmlns:a16="http://schemas.microsoft.com/office/drawing/2014/main" id="{FF155E18-C868-BE45-9BDE-659300931950}"/>
              </a:ext>
            </a:extLst>
          </p:cNvPr>
          <p:cNvSpPr/>
          <p:nvPr/>
        </p:nvSpPr>
        <p:spPr>
          <a:xfrm>
            <a:off x="11578625" y="6332135"/>
            <a:ext cx="372680" cy="37268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bg1"/>
              </a:solidFill>
              <a:latin typeface="Arial" panose="020B0604020202020204" pitchFamily="34" charset="0"/>
            </a:endParaRPr>
          </a:p>
        </p:txBody>
      </p:sp>
    </p:spTree>
    <p:extLst>
      <p:ext uri="{BB962C8B-B14F-4D97-AF65-F5344CB8AC3E}">
        <p14:creationId xmlns:p14="http://schemas.microsoft.com/office/powerpoint/2010/main" val="149610262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wipe(left)">
                                      <p:cBhvr>
                                        <p:cTn id="1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682" name="Picture 12">
            <a:extLst>
              <a:ext uri="{FF2B5EF4-FFF2-40B4-BE49-F238E27FC236}">
                <a16:creationId xmlns:a16="http://schemas.microsoft.com/office/drawing/2014/main" id="{703FE041-695C-9493-686C-1ABDEB0B53D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30175"/>
            <a:ext cx="12201525" cy="698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Rectangle 13">
            <a:extLst>
              <a:ext uri="{FF2B5EF4-FFF2-40B4-BE49-F238E27FC236}">
                <a16:creationId xmlns:a16="http://schemas.microsoft.com/office/drawing/2014/main" id="{E49160D0-2074-34DF-6211-75DEF7D00D1C}"/>
              </a:ext>
            </a:extLst>
          </p:cNvPr>
          <p:cNvSpPr/>
          <p:nvPr/>
        </p:nvSpPr>
        <p:spPr>
          <a:xfrm>
            <a:off x="0" y="-138907"/>
            <a:ext cx="12192000" cy="7005638"/>
          </a:xfrm>
          <a:prstGeom prst="rect">
            <a:avLst/>
          </a:prstGeom>
          <a:solidFill>
            <a:schemeClr val="tx1">
              <a:lumMod val="5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ea typeface="Open Sans" panose="020B0606030504020204" pitchFamily="34" charset="0"/>
              <a:cs typeface="Arial" panose="020B0604020202020204" pitchFamily="34" charset="0"/>
            </a:endParaRPr>
          </a:p>
        </p:txBody>
      </p:sp>
      <p:sp>
        <p:nvSpPr>
          <p:cNvPr id="2" name="Rectangle 1">
            <a:extLst>
              <a:ext uri="{FF2B5EF4-FFF2-40B4-BE49-F238E27FC236}">
                <a16:creationId xmlns:a16="http://schemas.microsoft.com/office/drawing/2014/main" id="{2F672543-FA5C-A1E7-D82F-79066BA53DFE}"/>
              </a:ext>
            </a:extLst>
          </p:cNvPr>
          <p:cNvSpPr/>
          <p:nvPr/>
        </p:nvSpPr>
        <p:spPr>
          <a:xfrm>
            <a:off x="448126" y="2109371"/>
            <a:ext cx="5548975" cy="1569660"/>
          </a:xfrm>
          <a:prstGeom prst="rect">
            <a:avLst/>
          </a:prstGeom>
        </p:spPr>
        <p:txBody>
          <a:bodyPr wrap="square">
            <a:spAutoFit/>
          </a:bodyPr>
          <a:lstStyle/>
          <a:p>
            <a:pPr eaLnBrk="1" hangingPunct="1">
              <a:defRPr/>
            </a:pPr>
            <a:r>
              <a:rPr lang="en-US" sz="3200" dirty="0">
                <a:solidFill>
                  <a:schemeClr val="bg1"/>
                </a:solidFill>
                <a:ea typeface="Open Sans" panose="020B0606030504020204" pitchFamily="34" charset="0"/>
                <a:cs typeface="Arial" panose="020B0604020202020204" pitchFamily="34" charset="0"/>
              </a:rPr>
              <a:t>The measure of success is not response time. It is ticket volume, trending down.</a:t>
            </a:r>
          </a:p>
        </p:txBody>
      </p:sp>
      <p:pic>
        <p:nvPicPr>
          <p:cNvPr id="71685" name="Picture 15">
            <a:extLst>
              <a:ext uri="{FF2B5EF4-FFF2-40B4-BE49-F238E27FC236}">
                <a16:creationId xmlns:a16="http://schemas.microsoft.com/office/drawing/2014/main" id="{F3A1559C-8234-38C8-5817-8E704EB2470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2100" y="6443663"/>
            <a:ext cx="1323975" cy="19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686" name="Title 4">
            <a:extLst>
              <a:ext uri="{FF2B5EF4-FFF2-40B4-BE49-F238E27FC236}">
                <a16:creationId xmlns:a16="http://schemas.microsoft.com/office/drawing/2014/main" id="{B6E79B03-324A-47F5-8062-DEC9C6B88BBD}"/>
              </a:ext>
            </a:extLst>
          </p:cNvPr>
          <p:cNvSpPr>
            <a:spLocks noGrp="1" noChangeArrowheads="1"/>
          </p:cNvSpPr>
          <p:nvPr>
            <p:ph type="ctrTitle"/>
          </p:nvPr>
        </p:nvSpPr>
        <p:spPr bwMode="auto">
          <a:xfrm>
            <a:off x="45430" y="320363"/>
            <a:ext cx="9976413" cy="381580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p>
            <a:r>
              <a:rPr lang="en-US" altLang="en-US" dirty="0">
                <a:solidFill>
                  <a:schemeClr val="accent3"/>
                </a:solidFill>
                <a:cs typeface="Open Sans" panose="020B0606030504020204" pitchFamily="34" charset="0"/>
              </a:rPr>
              <a:t>The Best Ticket Is No Ticket At All</a:t>
            </a:r>
            <a:br>
              <a:rPr lang="en-US" altLang="en-US" dirty="0">
                <a:cs typeface="Open Sans" panose="020B0606030504020204" pitchFamily="34" charset="0"/>
              </a:rPr>
            </a:br>
            <a:endParaRPr lang="en-US" altLang="en-US" dirty="0">
              <a:solidFill>
                <a:schemeClr val="accent3"/>
              </a:solidFill>
              <a:cs typeface="Open Sans" panose="020B0606030504020204" pitchFamily="34" charset="0"/>
            </a:endParaRPr>
          </a:p>
        </p:txBody>
      </p:sp>
      <p:sp>
        <p:nvSpPr>
          <p:cNvPr id="71687" name="Slide Number Placeholder 9">
            <a:extLst>
              <a:ext uri="{FF2B5EF4-FFF2-40B4-BE49-F238E27FC236}">
                <a16:creationId xmlns:a16="http://schemas.microsoft.com/office/drawing/2014/main" id="{5D651C36-9A96-FCEA-EF4A-D2FA49D4CB02}"/>
              </a:ext>
            </a:extLst>
          </p:cNvPr>
          <p:cNvSpPr txBox="1">
            <a:spLocks noChangeArrowheads="1"/>
          </p:cNvSpPr>
          <p:nvPr/>
        </p:nvSpPr>
        <p:spPr bwMode="auto">
          <a:xfrm>
            <a:off x="11604625" y="6462713"/>
            <a:ext cx="320675" cy="10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lstStyle>
            <a:lvl1pPr defTabSz="765175">
              <a:defRPr>
                <a:solidFill>
                  <a:schemeClr val="tx1"/>
                </a:solidFill>
                <a:latin typeface="Arial" panose="020B0604020202020204" pitchFamily="34" charset="0"/>
              </a:defRPr>
            </a:lvl1pPr>
            <a:lvl2pPr marL="742950" indent="-285750" defTabSz="765175">
              <a:defRPr>
                <a:solidFill>
                  <a:schemeClr val="tx1"/>
                </a:solidFill>
                <a:latin typeface="Arial" panose="020B0604020202020204" pitchFamily="34" charset="0"/>
              </a:defRPr>
            </a:lvl2pPr>
            <a:lvl3pPr marL="1143000" indent="-228600" defTabSz="765175">
              <a:defRPr>
                <a:solidFill>
                  <a:schemeClr val="tx1"/>
                </a:solidFill>
                <a:latin typeface="Arial" panose="020B0604020202020204" pitchFamily="34" charset="0"/>
              </a:defRPr>
            </a:lvl3pPr>
            <a:lvl4pPr marL="1600200" indent="-228600" defTabSz="765175">
              <a:defRPr>
                <a:solidFill>
                  <a:schemeClr val="tx1"/>
                </a:solidFill>
                <a:latin typeface="Arial" panose="020B0604020202020204" pitchFamily="34" charset="0"/>
              </a:defRPr>
            </a:lvl4pPr>
            <a:lvl5pPr marL="2057400" indent="-228600" defTabSz="765175">
              <a:defRPr>
                <a:solidFill>
                  <a:schemeClr val="tx1"/>
                </a:solidFill>
                <a:latin typeface="Arial" panose="020B0604020202020204" pitchFamily="34" charset="0"/>
              </a:defRPr>
            </a:lvl5pPr>
            <a:lvl6pPr marL="2514600" indent="-228600" defTabSz="765175" eaLnBrk="0" fontAlgn="base" hangingPunct="0">
              <a:spcBef>
                <a:spcPct val="0"/>
              </a:spcBef>
              <a:spcAft>
                <a:spcPct val="0"/>
              </a:spcAft>
              <a:defRPr>
                <a:solidFill>
                  <a:schemeClr val="tx1"/>
                </a:solidFill>
                <a:latin typeface="Arial" panose="020B0604020202020204" pitchFamily="34" charset="0"/>
              </a:defRPr>
            </a:lvl6pPr>
            <a:lvl7pPr marL="2971800" indent="-228600" defTabSz="765175" eaLnBrk="0" fontAlgn="base" hangingPunct="0">
              <a:spcBef>
                <a:spcPct val="0"/>
              </a:spcBef>
              <a:spcAft>
                <a:spcPct val="0"/>
              </a:spcAft>
              <a:defRPr>
                <a:solidFill>
                  <a:schemeClr val="tx1"/>
                </a:solidFill>
                <a:latin typeface="Arial" panose="020B0604020202020204" pitchFamily="34" charset="0"/>
              </a:defRPr>
            </a:lvl7pPr>
            <a:lvl8pPr marL="3429000" indent="-228600" defTabSz="765175" eaLnBrk="0" fontAlgn="base" hangingPunct="0">
              <a:spcBef>
                <a:spcPct val="0"/>
              </a:spcBef>
              <a:spcAft>
                <a:spcPct val="0"/>
              </a:spcAft>
              <a:defRPr>
                <a:solidFill>
                  <a:schemeClr val="tx1"/>
                </a:solidFill>
                <a:latin typeface="Arial" panose="020B0604020202020204" pitchFamily="34" charset="0"/>
              </a:defRPr>
            </a:lvl8pPr>
            <a:lvl9pPr marL="3886200" indent="-228600" defTabSz="765175"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fld id="{E718B1DB-5CB9-6D4F-9E86-0198437E2AC6}" type="slidenum">
              <a:rPr lang="en-US" altLang="en-US" sz="1200">
                <a:solidFill>
                  <a:schemeClr val="bg1"/>
                </a:solidFill>
                <a:ea typeface="Open Sans" panose="020B0606030504020204" pitchFamily="34" charset="0"/>
                <a:cs typeface="Arial" panose="020B0604020202020204" pitchFamily="34" charset="0"/>
              </a:rPr>
              <a:pPr algn="ctr" eaLnBrk="1" hangingPunct="1"/>
              <a:t>3</a:t>
            </a:fld>
            <a:endParaRPr lang="en-US" altLang="en-US" sz="1200">
              <a:solidFill>
                <a:schemeClr val="bg1"/>
              </a:solidFill>
              <a:ea typeface="Open Sans" panose="020B0606030504020204" pitchFamily="34" charset="0"/>
              <a:cs typeface="Arial" panose="020B0604020202020204" pitchFamily="34" charset="0"/>
            </a:endParaRPr>
          </a:p>
        </p:txBody>
      </p:sp>
      <p:sp>
        <p:nvSpPr>
          <p:cNvPr id="8" name="Oval 7">
            <a:extLst>
              <a:ext uri="{FF2B5EF4-FFF2-40B4-BE49-F238E27FC236}">
                <a16:creationId xmlns:a16="http://schemas.microsoft.com/office/drawing/2014/main" id="{A5E56939-AA23-0F68-535B-F41E5CC6B49E}"/>
              </a:ext>
            </a:extLst>
          </p:cNvPr>
          <p:cNvSpPr/>
          <p:nvPr/>
        </p:nvSpPr>
        <p:spPr>
          <a:xfrm>
            <a:off x="11579225" y="6332538"/>
            <a:ext cx="371475" cy="373062"/>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3ADC59AD-DCFE-0F1E-EF50-CC0E6843FA68}"/>
              </a:ext>
            </a:extLst>
          </p:cNvPr>
          <p:cNvSpPr/>
          <p:nvPr/>
        </p:nvSpPr>
        <p:spPr>
          <a:xfrm>
            <a:off x="6237288" y="1611313"/>
            <a:ext cx="4416425" cy="1881187"/>
          </a:xfrm>
          <a:prstGeom prst="rect">
            <a:avLst/>
          </a:prstGeom>
          <a:solidFill>
            <a:schemeClr val="bg1">
              <a:lumMod val="95000"/>
            </a:schemeClr>
          </a:solidFill>
          <a:ln>
            <a:noFill/>
          </a:ln>
          <a:effectLst>
            <a:outerShdw blurRad="50800" dist="38100" dir="27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63491" name="Title 1">
            <a:extLst>
              <a:ext uri="{FF2B5EF4-FFF2-40B4-BE49-F238E27FC236}">
                <a16:creationId xmlns:a16="http://schemas.microsoft.com/office/drawing/2014/main" id="{EC7AD851-C97A-E975-0752-0D253FB4D894}"/>
              </a:ext>
            </a:extLst>
          </p:cNvPr>
          <p:cNvSpPr>
            <a:spLocks noGrp="1" noChangeArrowheads="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tIns="45720" bIns="45720" numCol="1" anchor="t" anchorCtr="0" compatLnSpc="1">
            <a:prstTxWarp prst="textNoShape">
              <a:avLst/>
            </a:prstTxWarp>
          </a:bodyPr>
          <a:lstStyle/>
          <a:p>
            <a:r>
              <a:rPr lang="en-US" altLang="en-US"/>
              <a:t>What We Built</a:t>
            </a:r>
          </a:p>
        </p:txBody>
      </p:sp>
      <p:sp>
        <p:nvSpPr>
          <p:cNvPr id="4" name="Text Placeholder 3">
            <a:extLst>
              <a:ext uri="{FF2B5EF4-FFF2-40B4-BE49-F238E27FC236}">
                <a16:creationId xmlns:a16="http://schemas.microsoft.com/office/drawing/2014/main" id="{DBF0BC6D-78B5-AB5F-71A1-2262D60E8249}"/>
              </a:ext>
            </a:extLst>
          </p:cNvPr>
          <p:cNvSpPr>
            <a:spLocks noGrp="1"/>
          </p:cNvSpPr>
          <p:nvPr>
            <p:ph type="body" sz="quarter" idx="10"/>
          </p:nvPr>
        </p:nvSpPr>
        <p:spPr>
          <a:xfrm>
            <a:off x="307975" y="758825"/>
            <a:ext cx="11657013" cy="533400"/>
          </a:xfrm>
        </p:spPr>
        <p:txBody>
          <a:bodyPr>
            <a:noAutofit/>
          </a:bodyPr>
          <a:lstStyle/>
          <a:p>
            <a:pPr marL="54864" fontAlgn="auto">
              <a:spcAft>
                <a:spcPts val="0"/>
              </a:spcAft>
              <a:defRPr/>
            </a:pPr>
            <a:r>
              <a:rPr lang="en-US" kern="0"/>
              <a:t>Three AI-powered capabilities</a:t>
            </a:r>
            <a:endParaRPr lang="en-US"/>
          </a:p>
        </p:txBody>
      </p:sp>
      <p:sp>
        <p:nvSpPr>
          <p:cNvPr id="3" name="Rectangle 2">
            <a:extLst>
              <a:ext uri="{FF2B5EF4-FFF2-40B4-BE49-F238E27FC236}">
                <a16:creationId xmlns:a16="http://schemas.microsoft.com/office/drawing/2014/main" id="{13AE293E-8BDD-669D-FB36-5BEECED7DCFE}"/>
              </a:ext>
            </a:extLst>
          </p:cNvPr>
          <p:cNvSpPr/>
          <p:nvPr/>
        </p:nvSpPr>
        <p:spPr>
          <a:xfrm>
            <a:off x="876300" y="1611313"/>
            <a:ext cx="544513" cy="188118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35" name="Rectangle 34">
            <a:extLst>
              <a:ext uri="{FF2B5EF4-FFF2-40B4-BE49-F238E27FC236}">
                <a16:creationId xmlns:a16="http://schemas.microsoft.com/office/drawing/2014/main" id="{EC4BB7E7-0F8A-12E5-F448-64508B450CD3}"/>
              </a:ext>
            </a:extLst>
          </p:cNvPr>
          <p:cNvSpPr/>
          <p:nvPr/>
        </p:nvSpPr>
        <p:spPr>
          <a:xfrm>
            <a:off x="1420813" y="1611313"/>
            <a:ext cx="4459287" cy="1881187"/>
          </a:xfrm>
          <a:prstGeom prst="rect">
            <a:avLst/>
          </a:prstGeom>
          <a:solidFill>
            <a:schemeClr val="bg1">
              <a:lumMod val="95000"/>
            </a:schemeClr>
          </a:solidFill>
          <a:ln>
            <a:noFill/>
          </a:ln>
          <a:effectLst>
            <a:outerShdw blurRad="50800" dist="38100" dir="27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chemeClr val="bg2"/>
              </a:solidFill>
            </a:endParaRPr>
          </a:p>
        </p:txBody>
      </p:sp>
      <p:sp>
        <p:nvSpPr>
          <p:cNvPr id="37" name="Text Placeholder 3">
            <a:extLst>
              <a:ext uri="{FF2B5EF4-FFF2-40B4-BE49-F238E27FC236}">
                <a16:creationId xmlns:a16="http://schemas.microsoft.com/office/drawing/2014/main" id="{1E8E992B-28B7-C4D1-39EB-5C729B909B28}"/>
              </a:ext>
            </a:extLst>
          </p:cNvPr>
          <p:cNvSpPr txBox="1">
            <a:spLocks/>
          </p:cNvSpPr>
          <p:nvPr/>
        </p:nvSpPr>
        <p:spPr>
          <a:xfrm>
            <a:off x="1709738" y="1841500"/>
            <a:ext cx="3817937" cy="1590675"/>
          </a:xfrm>
          <a:prstGeom prst="rect">
            <a:avLst/>
          </a:prstGeom>
        </p:spPr>
        <p:txBody>
          <a:bodyPr lIns="0" rIns="0"/>
          <a:lstStyle>
            <a:lvl1pPr marL="0" indent="0" algn="l" defTabSz="914400" rtl="0" eaLnBrk="1" latinLnBrk="0" hangingPunct="1">
              <a:lnSpc>
                <a:spcPts val="2000"/>
              </a:lnSpc>
              <a:spcBef>
                <a:spcPts val="0"/>
              </a:spcBef>
              <a:buClr>
                <a:srgbClr val="F3B949"/>
              </a:buClr>
              <a:buSzPct val="100000"/>
              <a:buFont typeface="Arial" panose="020B0604020202020204" pitchFamily="34" charset="0"/>
              <a:buNone/>
              <a:defRPr sz="1800" b="0" i="0" kern="1200">
                <a:solidFill>
                  <a:srgbClr val="7F7F7F"/>
                </a:solidFill>
                <a:latin typeface="Arial" panose="020B0604020202020204" pitchFamily="34" charset="0"/>
                <a:ea typeface="Open Sans" panose="020B0606030504020204" pitchFamily="34" charset="0"/>
                <a:cs typeface="Arial" panose="020B0604020202020204" pitchFamily="34" charset="0"/>
              </a:defRPr>
            </a:lvl1pPr>
            <a:lvl2pPr marL="685800" indent="-173736" algn="l" defTabSz="914400" rtl="0" eaLnBrk="1" latinLnBrk="0" hangingPunct="1">
              <a:lnSpc>
                <a:spcPts val="2400"/>
              </a:lnSpc>
              <a:spcBef>
                <a:spcPts val="500"/>
              </a:spcBef>
              <a:buClr>
                <a:srgbClr val="F3B949"/>
              </a:buClr>
              <a:buSzPct val="100000"/>
              <a:buFont typeface="Arial" panose="020B0604020202020204" pitchFamily="34" charset="0"/>
              <a:buChar char="•"/>
              <a:defRPr sz="1800" b="0" i="0" kern="1200">
                <a:solidFill>
                  <a:schemeClr val="tx1"/>
                </a:solidFill>
                <a:latin typeface="Arial" panose="020B0604020202020204" pitchFamily="34" charset="0"/>
                <a:ea typeface="Open Sans" panose="020B0606030504020204" pitchFamily="34" charset="0"/>
                <a:cs typeface="Arial" panose="020B0604020202020204" pitchFamily="34" charset="0"/>
              </a:defRPr>
            </a:lvl2pPr>
            <a:lvl3pPr marL="1143000" indent="-173736" algn="l" defTabSz="914400" rtl="0" eaLnBrk="1" latinLnBrk="0" hangingPunct="1">
              <a:lnSpc>
                <a:spcPts val="2400"/>
              </a:lnSpc>
              <a:spcBef>
                <a:spcPts val="500"/>
              </a:spcBef>
              <a:buClr>
                <a:srgbClr val="F3B949"/>
              </a:buClr>
              <a:buSzPct val="100000"/>
              <a:buFont typeface="Arial" panose="020B0604020202020204" pitchFamily="34" charset="0"/>
              <a:buChar char="•"/>
              <a:defRPr sz="1800" b="0" i="0" kern="1200">
                <a:solidFill>
                  <a:schemeClr val="tx1"/>
                </a:solidFill>
                <a:latin typeface="Arial" panose="020B0604020202020204" pitchFamily="34" charset="0"/>
                <a:ea typeface="Open Sans" panose="020B0606030504020204" pitchFamily="34" charset="0"/>
                <a:cs typeface="Arial" panose="020B0604020202020204" pitchFamily="34" charset="0"/>
              </a:defRPr>
            </a:lvl3pPr>
            <a:lvl4pPr marL="1712214" indent="-285750" algn="l" defTabSz="914400" rtl="0" eaLnBrk="1" latinLnBrk="0" hangingPunct="1">
              <a:lnSpc>
                <a:spcPts val="2000"/>
              </a:lnSpc>
              <a:spcBef>
                <a:spcPts val="500"/>
              </a:spcBef>
              <a:buClr>
                <a:srgbClr val="7F7F7F"/>
              </a:buClr>
              <a:buSzPct val="100000"/>
              <a:buFont typeface="Arial" panose="020B0604020202020204" pitchFamily="34" charset="0"/>
              <a:buChar char="•"/>
              <a:defRPr sz="1800" b="0" i="0" kern="1200">
                <a:solidFill>
                  <a:schemeClr val="tx1"/>
                </a:solidFill>
                <a:latin typeface="Arial" panose="020B0604020202020204" pitchFamily="34" charset="0"/>
                <a:ea typeface="+mn-ea"/>
                <a:cs typeface="Arial" panose="020B0604020202020204" pitchFamily="34" charset="0"/>
              </a:defRPr>
            </a:lvl4pPr>
            <a:lvl5pPr marL="2057400" indent="-173736" algn="l" defTabSz="914400" rtl="0" eaLnBrk="1" latinLnBrk="0" hangingPunct="1">
              <a:lnSpc>
                <a:spcPts val="2000"/>
              </a:lnSpc>
              <a:spcBef>
                <a:spcPts val="500"/>
              </a:spcBef>
              <a:buClr>
                <a:srgbClr val="412D5D"/>
              </a:buClr>
              <a:buSzPct val="100000"/>
              <a:buFont typeface="Arial" panose="020B0604020202020204" pitchFamily="34" charset="0"/>
              <a:buChar char="•"/>
              <a:defRPr sz="1800" b="0" i="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rial" panose="020B0604020202020204" pitchFamily="34" charset="0"/>
                <a:ea typeface="Open Sans" panose="020B0606030504020204" pitchFamily="34" charset="0"/>
                <a:cs typeface="Arial" panose="020B0604020202020204" pitchFamily="34" charset="0"/>
              </a:defRPr>
            </a:lvl6pPr>
            <a:lvl7pPr marL="29718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rial" panose="020B0604020202020204" pitchFamily="34" charset="0"/>
                <a:ea typeface="Open Sans" panose="020B0606030504020204" pitchFamily="34" charset="0"/>
                <a:cs typeface="Arial" panose="020B0604020202020204" pitchFamily="34" charset="0"/>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spcAft>
                <a:spcPts val="600"/>
              </a:spcAft>
              <a:defRPr/>
            </a:pPr>
            <a:r>
              <a:rPr lang="en-US" sz="2400" b="1" kern="0" dirty="0">
                <a:solidFill>
                  <a:schemeClr val="accent1"/>
                </a:solidFill>
              </a:rPr>
              <a:t>Classify</a:t>
            </a:r>
          </a:p>
          <a:p>
            <a:pPr>
              <a:defRPr/>
            </a:pPr>
            <a:r>
              <a:rPr lang="en-US" dirty="0">
                <a:solidFill>
                  <a:schemeClr val="tx1"/>
                </a:solidFill>
              </a:rPr>
              <a:t>Inbound request routed automatically with confidence score and rationale. Escalates to human below threshold.</a:t>
            </a:r>
          </a:p>
        </p:txBody>
      </p:sp>
      <p:sp>
        <p:nvSpPr>
          <p:cNvPr id="20" name="Oval 19">
            <a:extLst>
              <a:ext uri="{FF2B5EF4-FFF2-40B4-BE49-F238E27FC236}">
                <a16:creationId xmlns:a16="http://schemas.microsoft.com/office/drawing/2014/main" id="{A927A511-2A76-A8B6-A665-2851C227B92B}"/>
              </a:ext>
            </a:extLst>
          </p:cNvPr>
          <p:cNvSpPr/>
          <p:nvPr/>
        </p:nvSpPr>
        <p:spPr>
          <a:xfrm>
            <a:off x="303213" y="2068513"/>
            <a:ext cx="966787" cy="968375"/>
          </a:xfrm>
          <a:prstGeom prst="ellipse">
            <a:avLst/>
          </a:prstGeom>
          <a:solidFill>
            <a:schemeClr val="bg1"/>
          </a:solidFill>
          <a:ln w="4127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52" name="Rectangle 51">
            <a:extLst>
              <a:ext uri="{FF2B5EF4-FFF2-40B4-BE49-F238E27FC236}">
                <a16:creationId xmlns:a16="http://schemas.microsoft.com/office/drawing/2014/main" id="{0C00A487-B137-39E6-1993-5BEBB948AD3C}"/>
              </a:ext>
            </a:extLst>
          </p:cNvPr>
          <p:cNvSpPr/>
          <p:nvPr/>
        </p:nvSpPr>
        <p:spPr>
          <a:xfrm>
            <a:off x="3650456" y="4098925"/>
            <a:ext cx="544513" cy="188118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53" name="Rectangle 52">
            <a:extLst>
              <a:ext uri="{FF2B5EF4-FFF2-40B4-BE49-F238E27FC236}">
                <a16:creationId xmlns:a16="http://schemas.microsoft.com/office/drawing/2014/main" id="{CAEB5FF5-CB2A-06AB-C564-7EA8CC5BDA09}"/>
              </a:ext>
            </a:extLst>
          </p:cNvPr>
          <p:cNvSpPr/>
          <p:nvPr/>
        </p:nvSpPr>
        <p:spPr>
          <a:xfrm>
            <a:off x="4194969" y="4098925"/>
            <a:ext cx="4459287" cy="1881188"/>
          </a:xfrm>
          <a:prstGeom prst="rect">
            <a:avLst/>
          </a:prstGeom>
          <a:solidFill>
            <a:schemeClr val="bg1">
              <a:lumMod val="95000"/>
            </a:schemeClr>
          </a:solidFill>
          <a:ln>
            <a:noFill/>
          </a:ln>
          <a:effectLst>
            <a:outerShdw blurRad="50800" dist="38100" dir="27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54" name="Text Placeholder 3">
            <a:extLst>
              <a:ext uri="{FF2B5EF4-FFF2-40B4-BE49-F238E27FC236}">
                <a16:creationId xmlns:a16="http://schemas.microsoft.com/office/drawing/2014/main" id="{0F8AA8EA-08AD-EA93-A462-4954949DCD70}"/>
              </a:ext>
            </a:extLst>
          </p:cNvPr>
          <p:cNvSpPr txBox="1">
            <a:spLocks/>
          </p:cNvSpPr>
          <p:nvPr/>
        </p:nvSpPr>
        <p:spPr>
          <a:xfrm>
            <a:off x="4483894" y="4329113"/>
            <a:ext cx="3932237" cy="1590675"/>
          </a:xfrm>
          <a:prstGeom prst="rect">
            <a:avLst/>
          </a:prstGeom>
        </p:spPr>
        <p:txBody>
          <a:bodyPr lIns="0" rIns="0"/>
          <a:lstStyle>
            <a:lvl1pPr marL="0" indent="0" algn="l" defTabSz="914400" rtl="0" eaLnBrk="1" latinLnBrk="0" hangingPunct="1">
              <a:lnSpc>
                <a:spcPts val="2000"/>
              </a:lnSpc>
              <a:spcBef>
                <a:spcPts val="0"/>
              </a:spcBef>
              <a:buClr>
                <a:srgbClr val="F3B949"/>
              </a:buClr>
              <a:buSzPct val="100000"/>
              <a:buFont typeface="Arial" panose="020B0604020202020204" pitchFamily="34" charset="0"/>
              <a:buNone/>
              <a:defRPr sz="1800" b="0" i="0" kern="1200">
                <a:solidFill>
                  <a:srgbClr val="7F7F7F"/>
                </a:solidFill>
                <a:latin typeface="Arial" panose="020B0604020202020204" pitchFamily="34" charset="0"/>
                <a:ea typeface="Open Sans" panose="020B0606030504020204" pitchFamily="34" charset="0"/>
                <a:cs typeface="Arial" panose="020B0604020202020204" pitchFamily="34" charset="0"/>
              </a:defRPr>
            </a:lvl1pPr>
            <a:lvl2pPr marL="685800" indent="-173736" algn="l" defTabSz="914400" rtl="0" eaLnBrk="1" latinLnBrk="0" hangingPunct="1">
              <a:lnSpc>
                <a:spcPts val="2400"/>
              </a:lnSpc>
              <a:spcBef>
                <a:spcPts val="500"/>
              </a:spcBef>
              <a:buClr>
                <a:srgbClr val="F3B949"/>
              </a:buClr>
              <a:buSzPct val="100000"/>
              <a:buFont typeface="Arial" panose="020B0604020202020204" pitchFamily="34" charset="0"/>
              <a:buChar char="•"/>
              <a:defRPr sz="1800" b="0" i="0" kern="1200">
                <a:solidFill>
                  <a:schemeClr val="tx1"/>
                </a:solidFill>
                <a:latin typeface="Arial" panose="020B0604020202020204" pitchFamily="34" charset="0"/>
                <a:ea typeface="Open Sans" panose="020B0606030504020204" pitchFamily="34" charset="0"/>
                <a:cs typeface="Arial" panose="020B0604020202020204" pitchFamily="34" charset="0"/>
              </a:defRPr>
            </a:lvl2pPr>
            <a:lvl3pPr marL="1143000" indent="-173736" algn="l" defTabSz="914400" rtl="0" eaLnBrk="1" latinLnBrk="0" hangingPunct="1">
              <a:lnSpc>
                <a:spcPts val="2400"/>
              </a:lnSpc>
              <a:spcBef>
                <a:spcPts val="500"/>
              </a:spcBef>
              <a:buClr>
                <a:srgbClr val="F3B949"/>
              </a:buClr>
              <a:buSzPct val="100000"/>
              <a:buFont typeface="Arial" panose="020B0604020202020204" pitchFamily="34" charset="0"/>
              <a:buChar char="•"/>
              <a:defRPr sz="1800" b="0" i="0" kern="1200">
                <a:solidFill>
                  <a:schemeClr val="tx1"/>
                </a:solidFill>
                <a:latin typeface="Arial" panose="020B0604020202020204" pitchFamily="34" charset="0"/>
                <a:ea typeface="Open Sans" panose="020B0606030504020204" pitchFamily="34" charset="0"/>
                <a:cs typeface="Arial" panose="020B0604020202020204" pitchFamily="34" charset="0"/>
              </a:defRPr>
            </a:lvl3pPr>
            <a:lvl4pPr marL="1712214" indent="-285750" algn="l" defTabSz="914400" rtl="0" eaLnBrk="1" latinLnBrk="0" hangingPunct="1">
              <a:lnSpc>
                <a:spcPts val="2000"/>
              </a:lnSpc>
              <a:spcBef>
                <a:spcPts val="500"/>
              </a:spcBef>
              <a:buClr>
                <a:srgbClr val="7F7F7F"/>
              </a:buClr>
              <a:buSzPct val="100000"/>
              <a:buFont typeface="Arial" panose="020B0604020202020204" pitchFamily="34" charset="0"/>
              <a:buChar char="•"/>
              <a:defRPr sz="1800" b="0" i="0" kern="1200">
                <a:solidFill>
                  <a:schemeClr val="tx1"/>
                </a:solidFill>
                <a:latin typeface="Arial" panose="020B0604020202020204" pitchFamily="34" charset="0"/>
                <a:ea typeface="+mn-ea"/>
                <a:cs typeface="Arial" panose="020B0604020202020204" pitchFamily="34" charset="0"/>
              </a:defRPr>
            </a:lvl4pPr>
            <a:lvl5pPr marL="2057400" indent="-173736" algn="l" defTabSz="914400" rtl="0" eaLnBrk="1" latinLnBrk="0" hangingPunct="1">
              <a:lnSpc>
                <a:spcPts val="2000"/>
              </a:lnSpc>
              <a:spcBef>
                <a:spcPts val="500"/>
              </a:spcBef>
              <a:buClr>
                <a:srgbClr val="412D5D"/>
              </a:buClr>
              <a:buSzPct val="100000"/>
              <a:buFont typeface="Arial" panose="020B0604020202020204" pitchFamily="34" charset="0"/>
              <a:buChar char="•"/>
              <a:defRPr sz="1800" b="0" i="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rial" panose="020B0604020202020204" pitchFamily="34" charset="0"/>
                <a:ea typeface="Open Sans" panose="020B0606030504020204" pitchFamily="34" charset="0"/>
                <a:cs typeface="Arial" panose="020B0604020202020204" pitchFamily="34" charset="0"/>
              </a:defRPr>
            </a:lvl6pPr>
            <a:lvl7pPr marL="29718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rial" panose="020B0604020202020204" pitchFamily="34" charset="0"/>
                <a:ea typeface="Open Sans" panose="020B0606030504020204" pitchFamily="34" charset="0"/>
                <a:cs typeface="Arial" panose="020B0604020202020204" pitchFamily="34" charset="0"/>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spcAft>
                <a:spcPts val="600"/>
              </a:spcAft>
              <a:defRPr/>
            </a:pPr>
            <a:r>
              <a:rPr lang="en-US" sz="2400" b="1" kern="0" dirty="0">
                <a:solidFill>
                  <a:schemeClr val="tx1"/>
                </a:solidFill>
              </a:rPr>
              <a:t>Prevent</a:t>
            </a:r>
          </a:p>
          <a:p>
            <a:pPr>
              <a:defRPr/>
            </a:pPr>
            <a:r>
              <a:rPr lang="en-US" dirty="0">
                <a:solidFill>
                  <a:schemeClr val="tx1"/>
                </a:solidFill>
              </a:rPr>
              <a:t>Reads across the history. Names the gaps. Recommends closing them.</a:t>
            </a:r>
          </a:p>
          <a:p>
            <a:pPr>
              <a:defRPr/>
            </a:pPr>
            <a:endParaRPr lang="en-US" sz="1400" dirty="0">
              <a:solidFill>
                <a:schemeClr val="tx1"/>
              </a:solidFill>
            </a:endParaRPr>
          </a:p>
        </p:txBody>
      </p:sp>
      <p:sp>
        <p:nvSpPr>
          <p:cNvPr id="55" name="Oval 54">
            <a:extLst>
              <a:ext uri="{FF2B5EF4-FFF2-40B4-BE49-F238E27FC236}">
                <a16:creationId xmlns:a16="http://schemas.microsoft.com/office/drawing/2014/main" id="{001A6ACA-129F-2361-3A34-B2C69884EF27}"/>
              </a:ext>
            </a:extLst>
          </p:cNvPr>
          <p:cNvSpPr/>
          <p:nvPr/>
        </p:nvSpPr>
        <p:spPr>
          <a:xfrm>
            <a:off x="3077369" y="4556125"/>
            <a:ext cx="966787" cy="968375"/>
          </a:xfrm>
          <a:prstGeom prst="ellipse">
            <a:avLst/>
          </a:prstGeom>
          <a:solidFill>
            <a:schemeClr val="bg1"/>
          </a:solidFill>
          <a:ln w="4127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62" name="Rectangle 61">
            <a:extLst>
              <a:ext uri="{FF2B5EF4-FFF2-40B4-BE49-F238E27FC236}">
                <a16:creationId xmlns:a16="http://schemas.microsoft.com/office/drawing/2014/main" id="{ABFAE021-C722-D97B-BDC2-53DCA32B9482}"/>
              </a:ext>
            </a:extLst>
          </p:cNvPr>
          <p:cNvSpPr/>
          <p:nvPr/>
        </p:nvSpPr>
        <p:spPr>
          <a:xfrm>
            <a:off x="10653713" y="1611313"/>
            <a:ext cx="544512" cy="188118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chemeClr val="accent6"/>
              </a:solidFill>
            </a:endParaRPr>
          </a:p>
        </p:txBody>
      </p:sp>
      <p:sp>
        <p:nvSpPr>
          <p:cNvPr id="64" name="Text Placeholder 3">
            <a:extLst>
              <a:ext uri="{FF2B5EF4-FFF2-40B4-BE49-F238E27FC236}">
                <a16:creationId xmlns:a16="http://schemas.microsoft.com/office/drawing/2014/main" id="{23F77F27-37CD-97BB-23E2-9D083743D860}"/>
              </a:ext>
            </a:extLst>
          </p:cNvPr>
          <p:cNvSpPr txBox="1">
            <a:spLocks/>
          </p:cNvSpPr>
          <p:nvPr/>
        </p:nvSpPr>
        <p:spPr>
          <a:xfrm>
            <a:off x="6424613" y="1841500"/>
            <a:ext cx="3910012" cy="1590675"/>
          </a:xfrm>
          <a:prstGeom prst="rect">
            <a:avLst/>
          </a:prstGeom>
        </p:spPr>
        <p:txBody>
          <a:bodyPr lIns="0" rIns="0"/>
          <a:lstStyle>
            <a:lvl1pPr marL="0" indent="0" algn="l" defTabSz="914400" rtl="0" eaLnBrk="1" latinLnBrk="0" hangingPunct="1">
              <a:lnSpc>
                <a:spcPts val="2000"/>
              </a:lnSpc>
              <a:spcBef>
                <a:spcPts val="0"/>
              </a:spcBef>
              <a:buClr>
                <a:srgbClr val="F3B949"/>
              </a:buClr>
              <a:buSzPct val="100000"/>
              <a:buFont typeface="Arial" panose="020B0604020202020204" pitchFamily="34" charset="0"/>
              <a:buNone/>
              <a:defRPr sz="1800" b="0" i="0" kern="1200">
                <a:solidFill>
                  <a:srgbClr val="7F7F7F"/>
                </a:solidFill>
                <a:latin typeface="Arial" panose="020B0604020202020204" pitchFamily="34" charset="0"/>
                <a:ea typeface="Open Sans" panose="020B0606030504020204" pitchFamily="34" charset="0"/>
                <a:cs typeface="Arial" panose="020B0604020202020204" pitchFamily="34" charset="0"/>
              </a:defRPr>
            </a:lvl1pPr>
            <a:lvl2pPr marL="685800" indent="-173736" algn="l" defTabSz="914400" rtl="0" eaLnBrk="1" latinLnBrk="0" hangingPunct="1">
              <a:lnSpc>
                <a:spcPts val="2400"/>
              </a:lnSpc>
              <a:spcBef>
                <a:spcPts val="500"/>
              </a:spcBef>
              <a:buClr>
                <a:srgbClr val="F3B949"/>
              </a:buClr>
              <a:buSzPct val="100000"/>
              <a:buFont typeface="Arial" panose="020B0604020202020204" pitchFamily="34" charset="0"/>
              <a:buChar char="•"/>
              <a:defRPr sz="1800" b="0" i="0" kern="1200">
                <a:solidFill>
                  <a:schemeClr val="tx1"/>
                </a:solidFill>
                <a:latin typeface="Arial" panose="020B0604020202020204" pitchFamily="34" charset="0"/>
                <a:ea typeface="Open Sans" panose="020B0606030504020204" pitchFamily="34" charset="0"/>
                <a:cs typeface="Arial" panose="020B0604020202020204" pitchFamily="34" charset="0"/>
              </a:defRPr>
            </a:lvl2pPr>
            <a:lvl3pPr marL="1143000" indent="-173736" algn="l" defTabSz="914400" rtl="0" eaLnBrk="1" latinLnBrk="0" hangingPunct="1">
              <a:lnSpc>
                <a:spcPts val="2400"/>
              </a:lnSpc>
              <a:spcBef>
                <a:spcPts val="500"/>
              </a:spcBef>
              <a:buClr>
                <a:srgbClr val="F3B949"/>
              </a:buClr>
              <a:buSzPct val="100000"/>
              <a:buFont typeface="Arial" panose="020B0604020202020204" pitchFamily="34" charset="0"/>
              <a:buChar char="•"/>
              <a:defRPr sz="1800" b="0" i="0" kern="1200">
                <a:solidFill>
                  <a:schemeClr val="tx1"/>
                </a:solidFill>
                <a:latin typeface="Arial" panose="020B0604020202020204" pitchFamily="34" charset="0"/>
                <a:ea typeface="Open Sans" panose="020B0606030504020204" pitchFamily="34" charset="0"/>
                <a:cs typeface="Arial" panose="020B0604020202020204" pitchFamily="34" charset="0"/>
              </a:defRPr>
            </a:lvl3pPr>
            <a:lvl4pPr marL="1712214" indent="-285750" algn="l" defTabSz="914400" rtl="0" eaLnBrk="1" latinLnBrk="0" hangingPunct="1">
              <a:lnSpc>
                <a:spcPts val="2000"/>
              </a:lnSpc>
              <a:spcBef>
                <a:spcPts val="500"/>
              </a:spcBef>
              <a:buClr>
                <a:srgbClr val="7F7F7F"/>
              </a:buClr>
              <a:buSzPct val="100000"/>
              <a:buFont typeface="Arial" panose="020B0604020202020204" pitchFamily="34" charset="0"/>
              <a:buChar char="•"/>
              <a:defRPr sz="1800" b="0" i="0" kern="1200">
                <a:solidFill>
                  <a:schemeClr val="tx1"/>
                </a:solidFill>
                <a:latin typeface="Arial" panose="020B0604020202020204" pitchFamily="34" charset="0"/>
                <a:ea typeface="+mn-ea"/>
                <a:cs typeface="Arial" panose="020B0604020202020204" pitchFamily="34" charset="0"/>
              </a:defRPr>
            </a:lvl4pPr>
            <a:lvl5pPr marL="2057400" indent="-173736" algn="l" defTabSz="914400" rtl="0" eaLnBrk="1" latinLnBrk="0" hangingPunct="1">
              <a:lnSpc>
                <a:spcPts val="2000"/>
              </a:lnSpc>
              <a:spcBef>
                <a:spcPts val="500"/>
              </a:spcBef>
              <a:buClr>
                <a:srgbClr val="412D5D"/>
              </a:buClr>
              <a:buSzPct val="100000"/>
              <a:buFont typeface="Arial" panose="020B0604020202020204" pitchFamily="34" charset="0"/>
              <a:buChar char="•"/>
              <a:defRPr sz="1800" b="0" i="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rial" panose="020B0604020202020204" pitchFamily="34" charset="0"/>
                <a:ea typeface="Open Sans" panose="020B0606030504020204" pitchFamily="34" charset="0"/>
                <a:cs typeface="Arial" panose="020B0604020202020204" pitchFamily="34" charset="0"/>
              </a:defRPr>
            </a:lvl6pPr>
            <a:lvl7pPr marL="29718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rial" panose="020B0604020202020204" pitchFamily="34" charset="0"/>
                <a:ea typeface="Open Sans" panose="020B0606030504020204" pitchFamily="34" charset="0"/>
                <a:cs typeface="Arial" panose="020B0604020202020204" pitchFamily="34" charset="0"/>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fontAlgn="auto">
              <a:spcAft>
                <a:spcPts val="600"/>
              </a:spcAft>
              <a:defRPr/>
            </a:pPr>
            <a:r>
              <a:rPr lang="en-US" sz="2400" b="1" kern="0" dirty="0">
                <a:solidFill>
                  <a:schemeClr val="accent4"/>
                </a:solidFill>
              </a:rPr>
              <a:t>Resolve</a:t>
            </a:r>
          </a:p>
          <a:p>
            <a:pPr>
              <a:defRPr/>
            </a:pPr>
            <a:r>
              <a:rPr lang="en-US" dirty="0">
                <a:solidFill>
                  <a:schemeClr val="tx1"/>
                </a:solidFill>
              </a:rPr>
              <a:t>Matches to historical case. Recommends team and draft resolution. Surfaces what should have been done differently.</a:t>
            </a:r>
          </a:p>
        </p:txBody>
      </p:sp>
      <p:sp>
        <p:nvSpPr>
          <p:cNvPr id="65" name="Oval 64">
            <a:extLst>
              <a:ext uri="{FF2B5EF4-FFF2-40B4-BE49-F238E27FC236}">
                <a16:creationId xmlns:a16="http://schemas.microsoft.com/office/drawing/2014/main" id="{129D77BE-2D60-9F0E-A77D-B6E9206A4766}"/>
              </a:ext>
            </a:extLst>
          </p:cNvPr>
          <p:cNvSpPr/>
          <p:nvPr/>
        </p:nvSpPr>
        <p:spPr>
          <a:xfrm>
            <a:off x="10826750" y="2068513"/>
            <a:ext cx="968375" cy="968375"/>
          </a:xfrm>
          <a:prstGeom prst="ellipse">
            <a:avLst/>
          </a:prstGeom>
          <a:solidFill>
            <a:schemeClr val="bg1"/>
          </a:solidFill>
          <a:ln w="4127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74" name="Text Placeholder 3">
            <a:extLst>
              <a:ext uri="{FF2B5EF4-FFF2-40B4-BE49-F238E27FC236}">
                <a16:creationId xmlns:a16="http://schemas.microsoft.com/office/drawing/2014/main" id="{8CA50C6C-EC07-EFF8-426C-92E57FB1763B}"/>
              </a:ext>
            </a:extLst>
          </p:cNvPr>
          <p:cNvSpPr txBox="1">
            <a:spLocks/>
          </p:cNvSpPr>
          <p:nvPr/>
        </p:nvSpPr>
        <p:spPr>
          <a:xfrm>
            <a:off x="6424613" y="4098925"/>
            <a:ext cx="3910012" cy="1589088"/>
          </a:xfrm>
          <a:prstGeom prst="rect">
            <a:avLst/>
          </a:prstGeom>
        </p:spPr>
        <p:txBody>
          <a:bodyPr lIns="0" rIns="0"/>
          <a:lstStyle>
            <a:lvl1pPr marL="0" indent="0" algn="l" defTabSz="914400" rtl="0" eaLnBrk="1" latinLnBrk="0" hangingPunct="1">
              <a:lnSpc>
                <a:spcPts val="2000"/>
              </a:lnSpc>
              <a:spcBef>
                <a:spcPts val="0"/>
              </a:spcBef>
              <a:buClr>
                <a:srgbClr val="F3B949"/>
              </a:buClr>
              <a:buSzPct val="100000"/>
              <a:buFont typeface="Arial" panose="020B0604020202020204" pitchFamily="34" charset="0"/>
              <a:buNone/>
              <a:defRPr sz="1800" b="0" i="0" kern="1200">
                <a:solidFill>
                  <a:srgbClr val="7F7F7F"/>
                </a:solidFill>
                <a:latin typeface="Arial" panose="020B0604020202020204" pitchFamily="34" charset="0"/>
                <a:ea typeface="Open Sans" panose="020B0606030504020204" pitchFamily="34" charset="0"/>
                <a:cs typeface="Arial" panose="020B0604020202020204" pitchFamily="34" charset="0"/>
              </a:defRPr>
            </a:lvl1pPr>
            <a:lvl2pPr marL="685800" indent="-173736" algn="l" defTabSz="914400" rtl="0" eaLnBrk="1" latinLnBrk="0" hangingPunct="1">
              <a:lnSpc>
                <a:spcPts val="2400"/>
              </a:lnSpc>
              <a:spcBef>
                <a:spcPts val="500"/>
              </a:spcBef>
              <a:buClr>
                <a:srgbClr val="F3B949"/>
              </a:buClr>
              <a:buSzPct val="100000"/>
              <a:buFont typeface="Arial" panose="020B0604020202020204" pitchFamily="34" charset="0"/>
              <a:buChar char="•"/>
              <a:defRPr sz="1800" b="0" i="0" kern="1200">
                <a:solidFill>
                  <a:schemeClr val="tx1"/>
                </a:solidFill>
                <a:latin typeface="Arial" panose="020B0604020202020204" pitchFamily="34" charset="0"/>
                <a:ea typeface="Open Sans" panose="020B0606030504020204" pitchFamily="34" charset="0"/>
                <a:cs typeface="Arial" panose="020B0604020202020204" pitchFamily="34" charset="0"/>
              </a:defRPr>
            </a:lvl2pPr>
            <a:lvl3pPr marL="1143000" indent="-173736" algn="l" defTabSz="914400" rtl="0" eaLnBrk="1" latinLnBrk="0" hangingPunct="1">
              <a:lnSpc>
                <a:spcPts val="2400"/>
              </a:lnSpc>
              <a:spcBef>
                <a:spcPts val="500"/>
              </a:spcBef>
              <a:buClr>
                <a:srgbClr val="F3B949"/>
              </a:buClr>
              <a:buSzPct val="100000"/>
              <a:buFont typeface="Arial" panose="020B0604020202020204" pitchFamily="34" charset="0"/>
              <a:buChar char="•"/>
              <a:defRPr sz="1800" b="0" i="0" kern="1200">
                <a:solidFill>
                  <a:schemeClr val="tx1"/>
                </a:solidFill>
                <a:latin typeface="Arial" panose="020B0604020202020204" pitchFamily="34" charset="0"/>
                <a:ea typeface="Open Sans" panose="020B0606030504020204" pitchFamily="34" charset="0"/>
                <a:cs typeface="Arial" panose="020B0604020202020204" pitchFamily="34" charset="0"/>
              </a:defRPr>
            </a:lvl3pPr>
            <a:lvl4pPr marL="1712214" indent="-285750" algn="l" defTabSz="914400" rtl="0" eaLnBrk="1" latinLnBrk="0" hangingPunct="1">
              <a:lnSpc>
                <a:spcPts val="2000"/>
              </a:lnSpc>
              <a:spcBef>
                <a:spcPts val="500"/>
              </a:spcBef>
              <a:buClr>
                <a:srgbClr val="7F7F7F"/>
              </a:buClr>
              <a:buSzPct val="100000"/>
              <a:buFont typeface="Arial" panose="020B0604020202020204" pitchFamily="34" charset="0"/>
              <a:buChar char="•"/>
              <a:defRPr sz="1800" b="0" i="0" kern="1200">
                <a:solidFill>
                  <a:schemeClr val="tx1"/>
                </a:solidFill>
                <a:latin typeface="Arial" panose="020B0604020202020204" pitchFamily="34" charset="0"/>
                <a:ea typeface="+mn-ea"/>
                <a:cs typeface="Arial" panose="020B0604020202020204" pitchFamily="34" charset="0"/>
              </a:defRPr>
            </a:lvl4pPr>
            <a:lvl5pPr marL="2057400" indent="-173736" algn="l" defTabSz="914400" rtl="0" eaLnBrk="1" latinLnBrk="0" hangingPunct="1">
              <a:lnSpc>
                <a:spcPts val="2000"/>
              </a:lnSpc>
              <a:spcBef>
                <a:spcPts val="500"/>
              </a:spcBef>
              <a:buClr>
                <a:srgbClr val="412D5D"/>
              </a:buClr>
              <a:buSzPct val="100000"/>
              <a:buFont typeface="Arial" panose="020B0604020202020204" pitchFamily="34" charset="0"/>
              <a:buChar char="•"/>
              <a:defRPr sz="1800" b="0" i="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rial" panose="020B0604020202020204" pitchFamily="34" charset="0"/>
                <a:ea typeface="Open Sans" panose="020B0606030504020204" pitchFamily="34" charset="0"/>
                <a:cs typeface="Arial" panose="020B0604020202020204" pitchFamily="34" charset="0"/>
              </a:defRPr>
            </a:lvl6pPr>
            <a:lvl7pPr marL="29718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rial" panose="020B0604020202020204" pitchFamily="34" charset="0"/>
                <a:ea typeface="Open Sans" panose="020B0606030504020204" pitchFamily="34" charset="0"/>
                <a:cs typeface="Arial" panose="020B0604020202020204" pitchFamily="34" charset="0"/>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fontAlgn="auto">
              <a:spcAft>
                <a:spcPts val="600"/>
              </a:spcAft>
              <a:defRPr/>
            </a:pPr>
            <a:r>
              <a:rPr lang="en-US" b="1" kern="0" dirty="0">
                <a:solidFill>
                  <a:schemeClr val="tx2"/>
                </a:solidFill>
              </a:rPr>
              <a:t> </a:t>
            </a:r>
          </a:p>
          <a:p>
            <a:pPr>
              <a:defRPr/>
            </a:pPr>
            <a:r>
              <a:rPr lang="en-US" sz="1400" dirty="0">
                <a:solidFill>
                  <a:schemeClr val="tx1"/>
                </a:solidFill>
              </a:rPr>
              <a:t> </a:t>
            </a:r>
          </a:p>
        </p:txBody>
      </p:sp>
      <p:pic>
        <p:nvPicPr>
          <p:cNvPr id="2" name="Picture 1">
            <a:extLst>
              <a:ext uri="{FF2B5EF4-FFF2-40B4-BE49-F238E27FC236}">
                <a16:creationId xmlns:a16="http://schemas.microsoft.com/office/drawing/2014/main" id="{D13F99A5-A306-3A50-32FD-2D5E6321405B}"/>
              </a:ext>
            </a:extLst>
          </p:cNvPr>
          <p:cNvPicPr>
            <a:picLocks noChangeAspect="1"/>
          </p:cNvPicPr>
          <p:nvPr/>
        </p:nvPicPr>
        <p:blipFill>
          <a:blip r:embed="rId2"/>
          <a:stretch>
            <a:fillRect/>
          </a:stretch>
        </p:blipFill>
        <p:spPr>
          <a:xfrm>
            <a:off x="528780" y="2255437"/>
            <a:ext cx="455328" cy="566928"/>
          </a:xfrm>
          <a:prstGeom prst="rect">
            <a:avLst/>
          </a:prstGeom>
        </p:spPr>
      </p:pic>
      <p:pic>
        <p:nvPicPr>
          <p:cNvPr id="5" name="Picture 4">
            <a:extLst>
              <a:ext uri="{FF2B5EF4-FFF2-40B4-BE49-F238E27FC236}">
                <a16:creationId xmlns:a16="http://schemas.microsoft.com/office/drawing/2014/main" id="{EC373AD1-BFD7-F68D-178D-421A883A6075}"/>
              </a:ext>
            </a:extLst>
          </p:cNvPr>
          <p:cNvPicPr>
            <a:picLocks noChangeAspect="1"/>
          </p:cNvPicPr>
          <p:nvPr/>
        </p:nvPicPr>
        <p:blipFill>
          <a:blip r:embed="rId3"/>
          <a:stretch>
            <a:fillRect/>
          </a:stretch>
        </p:blipFill>
        <p:spPr>
          <a:xfrm>
            <a:off x="11036616" y="2264581"/>
            <a:ext cx="548640" cy="548640"/>
          </a:xfrm>
          <a:prstGeom prst="rect">
            <a:avLst/>
          </a:prstGeom>
        </p:spPr>
      </p:pic>
      <p:pic>
        <p:nvPicPr>
          <p:cNvPr id="6" name="Picture 5">
            <a:extLst>
              <a:ext uri="{FF2B5EF4-FFF2-40B4-BE49-F238E27FC236}">
                <a16:creationId xmlns:a16="http://schemas.microsoft.com/office/drawing/2014/main" id="{67CDE9F2-E50E-3741-3488-F2F4F9C82B17}"/>
              </a:ext>
            </a:extLst>
          </p:cNvPr>
          <p:cNvPicPr>
            <a:picLocks noChangeAspect="1"/>
          </p:cNvPicPr>
          <p:nvPr/>
        </p:nvPicPr>
        <p:blipFill>
          <a:blip r:embed="rId4"/>
          <a:stretch>
            <a:fillRect/>
          </a:stretch>
        </p:blipFill>
        <p:spPr>
          <a:xfrm>
            <a:off x="3290793" y="4751383"/>
            <a:ext cx="548640" cy="505778"/>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9A0C948C-901A-4BF4-92C7-315955972A86}"/>
              </a:ext>
            </a:extLst>
          </p:cNvPr>
          <p:cNvGraphicFramePr>
            <a:graphicFrameLocks noGrp="1"/>
          </p:cNvGraphicFramePr>
          <p:nvPr>
            <p:extLst>
              <p:ext uri="{D42A27DB-BD31-4B8C-83A1-F6EECF244321}">
                <p14:modId xmlns:p14="http://schemas.microsoft.com/office/powerpoint/2010/main" val="3828471243"/>
              </p:ext>
            </p:extLst>
          </p:nvPr>
        </p:nvGraphicFramePr>
        <p:xfrm>
          <a:off x="462708" y="1481279"/>
          <a:ext cx="11081080" cy="4350000"/>
        </p:xfrm>
        <a:graphic>
          <a:graphicData uri="http://schemas.openxmlformats.org/drawingml/2006/table">
            <a:tbl>
              <a:tblPr firstRow="1" bandRow="1">
                <a:effectLst>
                  <a:outerShdw blurRad="50800" dist="50800" dir="5400000" algn="ctr" rotWithShape="0">
                    <a:schemeClr val="bg1">
                      <a:lumMod val="95000"/>
                    </a:schemeClr>
                  </a:outerShdw>
                </a:effectLst>
                <a:tableStyleId>{5C22544A-7EE6-4342-B048-85BDC9FD1C3A}</a:tableStyleId>
              </a:tblPr>
              <a:tblGrid>
                <a:gridCol w="1400000">
                  <a:extLst>
                    <a:ext uri="{9D8B030D-6E8A-4147-A177-3AD203B41FA5}">
                      <a16:colId xmlns:a16="http://schemas.microsoft.com/office/drawing/2014/main" val="851823460"/>
                    </a:ext>
                  </a:extLst>
                </a:gridCol>
                <a:gridCol w="2600000">
                  <a:extLst>
                    <a:ext uri="{9D8B030D-6E8A-4147-A177-3AD203B41FA5}">
                      <a16:colId xmlns:a16="http://schemas.microsoft.com/office/drawing/2014/main" val="3273826865"/>
                    </a:ext>
                  </a:extLst>
                </a:gridCol>
                <a:gridCol w="2800000">
                  <a:extLst>
                    <a:ext uri="{9D8B030D-6E8A-4147-A177-3AD203B41FA5}">
                      <a16:colId xmlns:a16="http://schemas.microsoft.com/office/drawing/2014/main" val="3806540863"/>
                    </a:ext>
                  </a:extLst>
                </a:gridCol>
                <a:gridCol w="2400000">
                  <a:extLst>
                    <a:ext uri="{9D8B030D-6E8A-4147-A177-3AD203B41FA5}">
                      <a16:colId xmlns:a16="http://schemas.microsoft.com/office/drawing/2014/main" val="1703748819"/>
                    </a:ext>
                  </a:extLst>
                </a:gridCol>
                <a:gridCol w="1881080">
                  <a:extLst>
                    <a:ext uri="{9D8B030D-6E8A-4147-A177-3AD203B41FA5}">
                      <a16:colId xmlns:a16="http://schemas.microsoft.com/office/drawing/2014/main" val="2071349157"/>
                    </a:ext>
                  </a:extLst>
                </a:gridCol>
              </a:tblGrid>
              <a:tr h="350000">
                <a:tc>
                  <a:txBody>
                    <a:bodyPr/>
                    <a:lstStyle/>
                    <a:p>
                      <a:pPr algn="l"/>
                      <a:r>
                        <a:rPr lang="en-US" sz="1200" b="1" kern="1200">
                          <a:solidFill>
                            <a:schemeClr val="lt1"/>
                          </a:solidFill>
                          <a:latin typeface="+mn-lt"/>
                          <a:ea typeface="+mn-ea"/>
                          <a:cs typeface="+mn-cs"/>
                        </a:rPr>
                        <a:t>Layer</a:t>
                      </a:r>
                    </a:p>
                  </a:txBody>
                  <a:tcPr anchor="ctr"/>
                </a:tc>
                <a:tc>
                  <a:txBody>
                    <a:bodyPr/>
                    <a:lstStyle/>
                    <a:p>
                      <a:pPr algn="l"/>
                      <a:r>
                        <a:rPr lang="en-US" sz="1200" b="1" kern="1200">
                          <a:solidFill>
                            <a:schemeClr val="lt1"/>
                          </a:solidFill>
                          <a:latin typeface="+mn-lt"/>
                          <a:ea typeface="+mn-ea"/>
                          <a:cs typeface="+mn-cs"/>
                        </a:rPr>
                        <a:t>Hackathon POC Stack</a:t>
                      </a:r>
                    </a:p>
                  </a:txBody>
                  <a:tcPr anchor="ctr"/>
                </a:tc>
                <a:tc>
                  <a:txBody>
                    <a:bodyPr/>
                    <a:lstStyle/>
                    <a:p>
                      <a:pPr algn="l"/>
                      <a:r>
                        <a:rPr lang="en-US" sz="1200" b="1" kern="1200">
                          <a:solidFill>
                            <a:schemeClr val="lt1"/>
                          </a:solidFill>
                          <a:latin typeface="+mn-lt"/>
                          <a:ea typeface="+mn-ea"/>
                          <a:cs typeface="+mn-cs"/>
                        </a:rPr>
                        <a:t>Production Path</a:t>
                      </a:r>
                    </a:p>
                  </a:txBody>
                  <a:tcPr anchor="ctr"/>
                </a:tc>
                <a:tc>
                  <a:txBody>
                    <a:bodyPr/>
                    <a:lstStyle/>
                    <a:p>
                      <a:pPr algn="l"/>
                      <a:r>
                        <a:rPr lang="en-US" sz="1200" b="1" kern="1200">
                          <a:solidFill>
                            <a:schemeClr val="lt1"/>
                          </a:solidFill>
                          <a:latin typeface="+mn-lt"/>
                          <a:ea typeface="+mn-ea"/>
                          <a:cs typeface="+mn-cs"/>
                        </a:rPr>
                        <a:t>Timeline (3 Phases)</a:t>
                      </a:r>
                    </a:p>
                  </a:txBody>
                  <a:tcPr anchor="ctr"/>
                </a:tc>
                <a:tc>
                  <a:txBody>
                    <a:bodyPr/>
                    <a:lstStyle/>
                    <a:p>
                      <a:pPr algn="l"/>
                      <a:r>
                        <a:rPr lang="en-US" sz="1200" b="1" kern="1200">
                          <a:solidFill>
                            <a:schemeClr val="lt1"/>
                          </a:solidFill>
                          <a:latin typeface="+mn-lt"/>
                          <a:ea typeface="+mn-ea"/>
                          <a:cs typeface="+mn-cs"/>
                        </a:rPr>
                        <a:t>Est. Monthly Cost</a:t>
                      </a:r>
                    </a:p>
                  </a:txBody>
                  <a:tcPr anchor="ctr"/>
                </a:tc>
                <a:extLst>
                  <a:ext uri="{0D108BD9-81ED-4DB2-BD59-A6C34878D82A}">
                    <a16:rowId xmlns:a16="http://schemas.microsoft.com/office/drawing/2014/main" val="400747255"/>
                  </a:ext>
                </a:extLst>
              </a:tr>
              <a:tr h="1100000">
                <a:tc>
                  <a:txBody>
                    <a:bodyPr/>
                    <a:lstStyle/>
                    <a:p>
                      <a:r>
                        <a:rPr lang="en-US" sz="1200" b="1" dirty="0"/>
                        <a:t>LLM / AI</a:t>
                      </a:r>
                    </a:p>
                  </a:txBody>
                  <a:tcPr>
                    <a:solidFill>
                      <a:schemeClr val="bg1"/>
                    </a:solidFill>
                  </a:tcPr>
                </a:tc>
                <a:tc>
                  <a:txBody>
                    <a:bodyPr/>
                    <a:lstStyle/>
                    <a:p>
                      <a:r>
                        <a:rPr lang="en-US" sz="1200"/>
                        <a:t>Claude 3.5 Sonnet via API</a:t>
                      </a:r>
                    </a:p>
                    <a:p>
                      <a:r>
                        <a:rPr lang="en-US" sz="1200"/>
                        <a:t>Direct prompt chaining</a:t>
                      </a:r>
                    </a:p>
                    <a:p>
                      <a:r>
                        <a:rPr lang="en-US" sz="1200"/>
                        <a:t>JSON mode output</a:t>
                      </a:r>
                    </a:p>
                  </a:txBody>
                  <a:tcPr>
                    <a:solidFill>
                      <a:schemeClr val="bg1"/>
                    </a:solidFill>
                  </a:tcPr>
                </a:tc>
                <a:tc>
                  <a:txBody>
                    <a:bodyPr/>
                    <a:lstStyle/>
                    <a:p>
                      <a:r>
                        <a:rPr lang="en-US" sz="1200"/>
                        <a:t>Azure OpenAI (GPT-4) or Anthropic</a:t>
                      </a:r>
                    </a:p>
                    <a:p>
                      <a:r>
                        <a:rPr lang="en-US" sz="1200"/>
                        <a:t>LangChain orchestration</a:t>
                      </a:r>
                    </a:p>
                    <a:p>
                      <a:r>
                        <a:rPr lang="en-US" sz="1200"/>
                        <a:t>Guardrails + content filtering</a:t>
                      </a:r>
                    </a:p>
                    <a:p>
                      <a:r>
                        <a:rPr lang="en-US" sz="1200"/>
                        <a:t>Prompt versioning &amp; A/B testing</a:t>
                      </a:r>
                    </a:p>
                  </a:txBody>
                  <a:tcPr>
                    <a:solidFill>
                      <a:schemeClr val="bg1"/>
                    </a:solidFill>
                  </a:tcPr>
                </a:tc>
                <a:tc>
                  <a:txBody>
                    <a:bodyPr/>
                    <a:lstStyle/>
                    <a:p>
                      <a:r>
                        <a:rPr lang="en-US" sz="1200" b="1"/>
                        <a:t>P1 Foundation (Wk 1–4)</a:t>
                      </a:r>
                    </a:p>
                    <a:p>
                      <a:r>
                        <a:rPr lang="en-US" sz="1200"/>
                        <a:t>Infra setup, CI/CD, auth</a:t>
                      </a:r>
                    </a:p>
                    <a:p>
                      <a:r>
                        <a:rPr lang="en-US" sz="1200"/>
                        <a:t>Core API + vector store</a:t>
                      </a:r>
                    </a:p>
                    <a:p>
                      <a:r>
                        <a:rPr lang="en-US" sz="1200"/>
                        <a:t>Basic prompt pipeline</a:t>
                      </a:r>
                    </a:p>
                  </a:txBody>
                  <a:tcPr>
                    <a:solidFill>
                      <a:schemeClr val="bg1"/>
                    </a:solidFill>
                  </a:tcPr>
                </a:tc>
                <a:tc>
                  <a:txBody>
                    <a:bodyPr/>
                    <a:lstStyle/>
                    <a:p>
                      <a:r>
                        <a:rPr lang="en-US" sz="1200"/>
                        <a:t>LLM API: ~$200</a:t>
                      </a:r>
                    </a:p>
                    <a:p>
                      <a:r>
                        <a:rPr lang="en-US" sz="1200"/>
                        <a:t>(token-based,</a:t>
                      </a:r>
                    </a:p>
                    <a:p>
                      <a:r>
                        <a:rPr lang="en-US" sz="1200"/>
                        <a:t>scales with usage)</a:t>
                      </a:r>
                    </a:p>
                  </a:txBody>
                  <a:tcPr>
                    <a:solidFill>
                      <a:schemeClr val="bg1"/>
                    </a:solidFill>
                  </a:tcPr>
                </a:tc>
                <a:extLst>
                  <a:ext uri="{0D108BD9-81ED-4DB2-BD59-A6C34878D82A}">
                    <a16:rowId xmlns:a16="http://schemas.microsoft.com/office/drawing/2014/main" val="2987676907"/>
                  </a:ext>
                </a:extLst>
              </a:tr>
              <a:tr h="1100000">
                <a:tc>
                  <a:txBody>
                    <a:bodyPr/>
                    <a:lstStyle/>
                    <a:p>
                      <a:r>
                        <a:rPr lang="en-US" sz="1200" b="1"/>
                        <a:t>Data / RAG</a:t>
                      </a:r>
                    </a:p>
                  </a:txBody>
                  <a:tcPr/>
                </a:tc>
                <a:tc>
                  <a:txBody>
                    <a:bodyPr/>
                    <a:lstStyle/>
                    <a:p>
                      <a:r>
                        <a:rPr lang="en-US" sz="1200"/>
                        <a:t>Pinecone (free tier)</a:t>
                      </a:r>
                    </a:p>
                    <a:p>
                      <a:r>
                        <a:rPr lang="en-US" sz="1200"/>
                        <a:t>Manual PDF/doc ingestion</a:t>
                      </a:r>
                    </a:p>
                    <a:p>
                      <a:r>
                        <a:rPr lang="en-US" sz="1200"/>
                        <a:t>Basic chunking strategy</a:t>
                      </a:r>
                    </a:p>
                  </a:txBody>
                  <a:tcPr/>
                </a:tc>
                <a:tc>
                  <a:txBody>
                    <a:bodyPr/>
                    <a:lstStyle/>
                    <a:p>
                      <a:r>
                        <a:rPr lang="en-US" sz="1200"/>
                        <a:t>Azure AI Search or Weaviate</a:t>
                      </a:r>
                    </a:p>
                    <a:p>
                      <a:r>
                        <a:rPr lang="en-US" sz="1200"/>
                        <a:t>Automated ingestion pipeline</a:t>
                      </a:r>
                    </a:p>
                    <a:p>
                      <a:r>
                        <a:rPr lang="en-US" sz="1200"/>
                        <a:t>Hybrid search (vector + keyword)</a:t>
                      </a:r>
                    </a:p>
                    <a:p>
                      <a:r>
                        <a:rPr lang="en-US" sz="1200"/>
                        <a:t>Reranking + metadata filters</a:t>
                      </a:r>
                    </a:p>
                  </a:txBody>
                  <a:tcPr/>
                </a:tc>
                <a:tc>
                  <a:txBody>
                    <a:bodyPr/>
                    <a:lstStyle/>
                    <a:p>
                      <a:r>
                        <a:rPr lang="en-US" sz="1200" b="1"/>
                        <a:t>P2 Resolution (Wk 5–8)</a:t>
                      </a:r>
                    </a:p>
                    <a:p>
                      <a:r>
                        <a:rPr lang="en-US" sz="1200"/>
                        <a:t>RAG pipeline tuning</a:t>
                      </a:r>
                    </a:p>
                    <a:p>
                      <a:r>
                        <a:rPr lang="en-US" sz="1200"/>
                        <a:t>Multi-turn conversation</a:t>
                      </a:r>
                    </a:p>
                    <a:p>
                      <a:r>
                        <a:rPr lang="en-US" sz="1200"/>
                        <a:t>Eval framework + metrics</a:t>
                      </a:r>
                    </a:p>
                  </a:txBody>
                  <a:tcPr/>
                </a:tc>
                <a:tc>
                  <a:txBody>
                    <a:bodyPr/>
                    <a:lstStyle/>
                    <a:p>
                      <a:r>
                        <a:rPr lang="en-US" sz="1200"/>
                        <a:t>Vector DB: ~$70</a:t>
                      </a:r>
                    </a:p>
                    <a:p>
                      <a:r>
                        <a:rPr lang="en-US" sz="1200"/>
                        <a:t>Compute: ~$150</a:t>
                      </a:r>
                    </a:p>
                    <a:p>
                      <a:r>
                        <a:rPr lang="en-US" sz="1200"/>
                        <a:t>Storage: ~$50</a:t>
                      </a:r>
                    </a:p>
                  </a:txBody>
                  <a:tcPr/>
                </a:tc>
                <a:extLst>
                  <a:ext uri="{0D108BD9-81ED-4DB2-BD59-A6C34878D82A}">
                    <a16:rowId xmlns:a16="http://schemas.microsoft.com/office/drawing/2014/main" val="2381229954"/>
                  </a:ext>
                </a:extLst>
              </a:tr>
              <a:tr h="1100000">
                <a:tc>
                  <a:txBody>
                    <a:bodyPr/>
                    <a:lstStyle/>
                    <a:p>
                      <a:r>
                        <a:rPr lang="en-US" sz="1200" b="1"/>
                        <a:t>Backend / API</a:t>
                      </a:r>
                    </a:p>
                  </a:txBody>
                  <a:tcPr>
                    <a:solidFill>
                      <a:schemeClr val="bg1"/>
                    </a:solidFill>
                  </a:tcPr>
                </a:tc>
                <a:tc>
                  <a:txBody>
                    <a:bodyPr/>
                    <a:lstStyle/>
                    <a:p>
                      <a:r>
                        <a:rPr lang="en-US" sz="1200"/>
                        <a:t>Python / FastAPI</a:t>
                      </a:r>
                    </a:p>
                    <a:p>
                      <a:r>
                        <a:rPr lang="en-US" sz="1200"/>
                        <a:t>SQLite local DB</a:t>
                      </a:r>
                    </a:p>
                    <a:p>
                      <a:r>
                        <a:rPr lang="en-US" sz="1200"/>
                        <a:t>No auth (demo only)</a:t>
                      </a:r>
                    </a:p>
                  </a:txBody>
                  <a:tcPr>
                    <a:solidFill>
                      <a:schemeClr val="bg1"/>
                    </a:solidFill>
                  </a:tcPr>
                </a:tc>
                <a:tc>
                  <a:txBody>
                    <a:bodyPr/>
                    <a:lstStyle/>
                    <a:p>
                      <a:r>
                        <a:rPr lang="en-US" sz="1200"/>
                        <a:t>Python / FastAPI on Azure App Svc</a:t>
                      </a:r>
                    </a:p>
                    <a:p>
                      <a:r>
                        <a:rPr lang="en-US" sz="1200"/>
                        <a:t>PostgreSQL (Azure managed)</a:t>
                      </a:r>
                    </a:p>
                    <a:p>
                      <a:r>
                        <a:rPr lang="en-US" sz="1200"/>
                        <a:t>SSO/RBAC via Azure AD</a:t>
                      </a:r>
                    </a:p>
                    <a:p>
                      <a:r>
                        <a:rPr lang="en-US" sz="1200"/>
                        <a:t>Redis cache + rate limiting</a:t>
                      </a:r>
                    </a:p>
                  </a:txBody>
                  <a:tcPr>
                    <a:solidFill>
                      <a:schemeClr val="bg1"/>
                    </a:solidFill>
                  </a:tcPr>
                </a:tc>
                <a:tc>
                  <a:txBody>
                    <a:bodyPr/>
                    <a:lstStyle/>
                    <a:p>
                      <a:r>
                        <a:rPr lang="en-US" sz="1200" b="1"/>
                        <a:t>P3 Production (Wk 9–12)</a:t>
                      </a:r>
                    </a:p>
                    <a:p>
                      <a:r>
                        <a:rPr lang="en-US" sz="1200"/>
                        <a:t>Load testing &amp; hardening</a:t>
                      </a:r>
                    </a:p>
                    <a:p>
                      <a:r>
                        <a:rPr lang="en-US" sz="1200"/>
                        <a:t>Monitoring &amp; alerting</a:t>
                      </a:r>
                    </a:p>
                    <a:p>
                      <a:r>
                        <a:rPr lang="en-US" sz="1200"/>
                        <a:t>GA rollout + feedback loop</a:t>
                      </a:r>
                    </a:p>
                  </a:txBody>
                  <a:tcPr>
                    <a:solidFill>
                      <a:schemeClr val="bg1"/>
                    </a:solidFill>
                  </a:tcPr>
                </a:tc>
                <a:tc>
                  <a:txBody>
                    <a:bodyPr/>
                    <a:lstStyle/>
                    <a:p>
                      <a:r>
                        <a:rPr lang="en-US" sz="1200"/>
                        <a:t>Monitoring: ~$50</a:t>
                      </a:r>
                    </a:p>
                    <a:p>
                      <a:r>
                        <a:rPr lang="en-US" sz="1200"/>
                        <a:t>Misc: ~$50</a:t>
                      </a:r>
                    </a:p>
                  </a:txBody>
                  <a:tcPr>
                    <a:solidFill>
                      <a:schemeClr val="bg1"/>
                    </a:solidFill>
                  </a:tcPr>
                </a:tc>
                <a:extLst>
                  <a:ext uri="{0D108BD9-81ED-4DB2-BD59-A6C34878D82A}">
                    <a16:rowId xmlns:a16="http://schemas.microsoft.com/office/drawing/2014/main" val="1857704512"/>
                  </a:ext>
                </a:extLst>
              </a:tr>
              <a:tr h="700000">
                <a:tc>
                  <a:txBody>
                    <a:bodyPr/>
                    <a:lstStyle/>
                    <a:p>
                      <a:r>
                        <a:rPr lang="en-US" sz="1200" b="1"/>
                        <a:t>Frontend</a:t>
                      </a:r>
                    </a:p>
                  </a:txBody>
                  <a:tcPr/>
                </a:tc>
                <a:tc>
                  <a:txBody>
                    <a:bodyPr/>
                    <a:lstStyle/>
                    <a:p>
                      <a:r>
                        <a:rPr lang="en-US" sz="1200"/>
                        <a:t>Streamlit (rapid prototype)</a:t>
                      </a:r>
                    </a:p>
                    <a:p>
                      <a:r>
                        <a:rPr lang="en-US" sz="1200"/>
                        <a:t>Single-page chat UI</a:t>
                      </a:r>
                    </a:p>
                  </a:txBody>
                  <a:tcPr/>
                </a:tc>
                <a:tc>
                  <a:txBody>
                    <a:bodyPr/>
                    <a:lstStyle/>
                    <a:p>
                      <a:r>
                        <a:rPr lang="en-US" sz="1200"/>
                        <a:t>React + TypeScript SPA</a:t>
                      </a:r>
                    </a:p>
                    <a:p>
                      <a:r>
                        <a:rPr lang="en-US" sz="1200"/>
                        <a:t>Embedded widget for existing tools</a:t>
                      </a:r>
                    </a:p>
                    <a:p>
                      <a:r>
                        <a:rPr lang="en-US" sz="1200"/>
                        <a:t>Streaming responses + citations</a:t>
                      </a:r>
                    </a:p>
                  </a:txBody>
                  <a:tcPr/>
                </a:tc>
                <a:tc>
                  <a:txBody>
                    <a:bodyPr/>
                    <a:lstStyle/>
                    <a:p>
                      <a:r>
                        <a:rPr lang="en-US" sz="1200" b="1">
                          <a:solidFill>
                            <a:schemeClr val="accent1"/>
                          </a:solidFill>
                        </a:rPr>
                        <a:t>12 weeks total</a:t>
                      </a:r>
                    </a:p>
                    <a:p>
                      <a:r>
                        <a:rPr lang="en-US" sz="1200"/>
                        <a:t>2–3 engineers + 1 PM</a:t>
                      </a:r>
                    </a:p>
                  </a:txBody>
                  <a:tcPr/>
                </a:tc>
                <a:tc>
                  <a:txBody>
                    <a:bodyPr/>
                    <a:lstStyle/>
                    <a:p>
                      <a:r>
                        <a:rPr lang="en-US" sz="1200" b="1" dirty="0">
                          <a:solidFill>
                            <a:schemeClr val="accent1"/>
                          </a:solidFill>
                        </a:rPr>
                        <a:t>~$570/</a:t>
                      </a:r>
                      <a:r>
                        <a:rPr lang="en-US" sz="1200" b="1" dirty="0" err="1">
                          <a:solidFill>
                            <a:schemeClr val="accent1"/>
                          </a:solidFill>
                        </a:rPr>
                        <a:t>mo</a:t>
                      </a:r>
                      <a:r>
                        <a:rPr lang="en-US" sz="1200" b="1" dirty="0">
                          <a:solidFill>
                            <a:schemeClr val="accent1"/>
                          </a:solidFill>
                        </a:rPr>
                        <a:t> total</a:t>
                      </a:r>
                    </a:p>
                    <a:p>
                      <a:r>
                        <a:rPr lang="en-US" sz="1200" dirty="0"/>
                        <a:t>(excludes headcount)</a:t>
                      </a:r>
                    </a:p>
                  </a:txBody>
                  <a:tcPr/>
                </a:tc>
                <a:extLst>
                  <a:ext uri="{0D108BD9-81ED-4DB2-BD59-A6C34878D82A}">
                    <a16:rowId xmlns:a16="http://schemas.microsoft.com/office/drawing/2014/main" val="1767880554"/>
                  </a:ext>
                </a:extLst>
              </a:tr>
            </a:tbl>
          </a:graphicData>
        </a:graphic>
      </p:graphicFrame>
      <p:sp>
        <p:nvSpPr>
          <p:cNvPr id="5" name="Oval 4">
            <a:extLst>
              <a:ext uri="{FF2B5EF4-FFF2-40B4-BE49-F238E27FC236}">
                <a16:creationId xmlns:a16="http://schemas.microsoft.com/office/drawing/2014/main" id="{A58DA7EC-323D-8C42-9A8C-AF157CCA5DF1}"/>
              </a:ext>
            </a:extLst>
          </p:cNvPr>
          <p:cNvSpPr/>
          <p:nvPr/>
        </p:nvSpPr>
        <p:spPr>
          <a:xfrm>
            <a:off x="348269" y="230753"/>
            <a:ext cx="1057179" cy="1057179"/>
          </a:xfrm>
          <a:prstGeom prst="ellipse">
            <a:avLst/>
          </a:prstGeom>
          <a:solidFill>
            <a:schemeClr val="bg1"/>
          </a:solidFill>
          <a:ln w="41275">
            <a:noFill/>
          </a:ln>
          <a:effectLst>
            <a:outerShdw blurRad="114300" dist="38100" dir="2700000" algn="tl" rotWithShape="0">
              <a:prstClr val="black">
                <a:alpha val="2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1577696" y="516350"/>
            <a:ext cx="8500000" cy="523220"/>
          </a:xfrm>
          <a:prstGeom prst="rect">
            <a:avLst/>
          </a:prstGeom>
          <a:noFill/>
        </p:spPr>
        <p:txBody>
          <a:bodyPr wrap="square" rtlCol="0">
            <a:spAutoFit/>
          </a:bodyPr>
          <a:lstStyle/>
          <a:p>
            <a:r>
              <a:rPr lang="en-US" sz="2800">
                <a:solidFill>
                  <a:schemeClr val="accent1"/>
                </a:solidFill>
                <a:latin typeface="Arial" panose="020B0604020202020204" pitchFamily="34" charset="0"/>
                <a:ea typeface="Nexa Bold" charset="0"/>
                <a:cs typeface="Arial" panose="020B0604020202020204" pitchFamily="34" charset="0"/>
              </a:rPr>
              <a:t>How We Built It, How We’d Ship It</a:t>
            </a:r>
          </a:p>
        </p:txBody>
      </p:sp>
      <p:pic>
        <p:nvPicPr>
          <p:cNvPr id="2" name="Picture 1">
            <a:extLst>
              <a:ext uri="{FF2B5EF4-FFF2-40B4-BE49-F238E27FC236}">
                <a16:creationId xmlns:a16="http://schemas.microsoft.com/office/drawing/2014/main" id="{05563DEF-E412-903D-CC93-CDA9CDB2E115}"/>
              </a:ext>
            </a:extLst>
          </p:cNvPr>
          <p:cNvPicPr>
            <a:picLocks noChangeAspect="1"/>
          </p:cNvPicPr>
          <p:nvPr/>
        </p:nvPicPr>
        <p:blipFill>
          <a:blip r:embed="rId2"/>
          <a:stretch>
            <a:fillRect/>
          </a:stretch>
        </p:blipFill>
        <p:spPr>
          <a:xfrm>
            <a:off x="565661" y="516350"/>
            <a:ext cx="642073" cy="474146"/>
          </a:xfrm>
          <a:prstGeom prst="rect">
            <a:avLst/>
          </a:prstGeom>
        </p:spPr>
      </p:pic>
    </p:spTree>
    <p:extLst>
      <p:ext uri="{BB962C8B-B14F-4D97-AF65-F5344CB8AC3E}">
        <p14:creationId xmlns:p14="http://schemas.microsoft.com/office/powerpoint/2010/main" val="15718717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E5F7E31-18B3-D8A9-2314-83756347BB42}"/>
              </a:ext>
            </a:extLst>
          </p:cNvPr>
          <p:cNvSpPr txBox="1">
            <a:spLocks noChangeArrowheads="1"/>
          </p:cNvSpPr>
          <p:nvPr/>
        </p:nvSpPr>
        <p:spPr bwMode="auto">
          <a:xfrm>
            <a:off x="9351963" y="3836988"/>
            <a:ext cx="2116137" cy="1087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6600" b="1">
                <a:ea typeface="Open Sans" panose="020B0606030504020204" pitchFamily="34" charset="0"/>
                <a:cs typeface="Arial" panose="020B0604020202020204" pitchFamily="34" charset="0"/>
              </a:rPr>
              <a:t>↓</a:t>
            </a:r>
          </a:p>
        </p:txBody>
      </p:sp>
      <p:sp>
        <p:nvSpPr>
          <p:cNvPr id="55299" name="TextBox 4">
            <a:extLst>
              <a:ext uri="{FF2B5EF4-FFF2-40B4-BE49-F238E27FC236}">
                <a16:creationId xmlns:a16="http://schemas.microsoft.com/office/drawing/2014/main" id="{B4269525-6C8C-7F43-0841-866F173ED240}"/>
              </a:ext>
            </a:extLst>
          </p:cNvPr>
          <p:cNvSpPr txBox="1">
            <a:spLocks noChangeArrowheads="1"/>
          </p:cNvSpPr>
          <p:nvPr/>
        </p:nvSpPr>
        <p:spPr bwMode="auto">
          <a:xfrm>
            <a:off x="9039225" y="4856163"/>
            <a:ext cx="2763838" cy="796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600">
                <a:solidFill>
                  <a:schemeClr val="tx2"/>
                </a:solidFill>
                <a:ea typeface="Open Sans" panose="020B0606030504020204" pitchFamily="34" charset="0"/>
                <a:cs typeface="Arial" panose="020B0604020202020204" pitchFamily="34" charset="0"/>
              </a:rPr>
              <a:t>Staff Time on Tier-1</a:t>
            </a:r>
          </a:p>
        </p:txBody>
      </p:sp>
      <p:sp>
        <p:nvSpPr>
          <p:cNvPr id="6" name="TextBox 5">
            <a:extLst>
              <a:ext uri="{FF2B5EF4-FFF2-40B4-BE49-F238E27FC236}">
                <a16:creationId xmlns:a16="http://schemas.microsoft.com/office/drawing/2014/main" id="{29DD2927-1DF2-E847-6C47-50B1CE90241F}"/>
              </a:ext>
            </a:extLst>
          </p:cNvPr>
          <p:cNvSpPr txBox="1">
            <a:spLocks noChangeArrowheads="1"/>
          </p:cNvSpPr>
          <p:nvPr/>
        </p:nvSpPr>
        <p:spPr bwMode="auto">
          <a:xfrm>
            <a:off x="3702050" y="3840163"/>
            <a:ext cx="1900238" cy="1087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6600" b="1">
                <a:ea typeface="Open Sans" panose="020B0606030504020204" pitchFamily="34" charset="0"/>
                <a:cs typeface="Arial" panose="020B0604020202020204" pitchFamily="34" charset="0"/>
              </a:rPr>
              <a:t>↓</a:t>
            </a:r>
          </a:p>
        </p:txBody>
      </p:sp>
      <p:sp>
        <p:nvSpPr>
          <p:cNvPr id="55301" name="TextBox 6">
            <a:extLst>
              <a:ext uri="{FF2B5EF4-FFF2-40B4-BE49-F238E27FC236}">
                <a16:creationId xmlns:a16="http://schemas.microsoft.com/office/drawing/2014/main" id="{292CA8A8-5D4B-6BF7-CABE-66C6684B38A8}"/>
              </a:ext>
            </a:extLst>
          </p:cNvPr>
          <p:cNvSpPr txBox="1">
            <a:spLocks noChangeArrowheads="1"/>
          </p:cNvSpPr>
          <p:nvPr/>
        </p:nvSpPr>
        <p:spPr bwMode="auto">
          <a:xfrm>
            <a:off x="3348038" y="4856163"/>
            <a:ext cx="2671762" cy="796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600">
                <a:solidFill>
                  <a:schemeClr val="tx2"/>
                </a:solidFill>
                <a:ea typeface="Open Sans" panose="020B0606030504020204" pitchFamily="34" charset="0"/>
                <a:cs typeface="Arial" panose="020B0604020202020204" pitchFamily="34" charset="0"/>
              </a:rPr>
              <a:t>Contractor Blocked Time</a:t>
            </a:r>
          </a:p>
        </p:txBody>
      </p:sp>
      <p:sp>
        <p:nvSpPr>
          <p:cNvPr id="9" name="TextBox 8">
            <a:extLst>
              <a:ext uri="{FF2B5EF4-FFF2-40B4-BE49-F238E27FC236}">
                <a16:creationId xmlns:a16="http://schemas.microsoft.com/office/drawing/2014/main" id="{26FBB64C-B7D7-8F13-F8EB-29C8747C89DF}"/>
              </a:ext>
            </a:extLst>
          </p:cNvPr>
          <p:cNvSpPr txBox="1">
            <a:spLocks noChangeArrowheads="1"/>
          </p:cNvSpPr>
          <p:nvPr/>
        </p:nvSpPr>
        <p:spPr bwMode="auto">
          <a:xfrm>
            <a:off x="795338" y="3836988"/>
            <a:ext cx="1930400" cy="1087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6600" b="1">
                <a:ea typeface="Open Sans" panose="020B0606030504020204" pitchFamily="34" charset="0"/>
                <a:cs typeface="Arial" panose="020B0604020202020204" pitchFamily="34" charset="0"/>
              </a:rPr>
              <a:t>↓</a:t>
            </a:r>
          </a:p>
        </p:txBody>
      </p:sp>
      <p:sp>
        <p:nvSpPr>
          <p:cNvPr id="55303" name="TextBox 9">
            <a:extLst>
              <a:ext uri="{FF2B5EF4-FFF2-40B4-BE49-F238E27FC236}">
                <a16:creationId xmlns:a16="http://schemas.microsoft.com/office/drawing/2014/main" id="{BCDCB39B-3A07-F558-D6B5-3BE17633589F}"/>
              </a:ext>
            </a:extLst>
          </p:cNvPr>
          <p:cNvSpPr txBox="1">
            <a:spLocks noChangeArrowheads="1"/>
          </p:cNvSpPr>
          <p:nvPr/>
        </p:nvSpPr>
        <p:spPr bwMode="auto">
          <a:xfrm>
            <a:off x="303213" y="4856163"/>
            <a:ext cx="2736850" cy="796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600">
                <a:solidFill>
                  <a:schemeClr val="tx2"/>
                </a:solidFill>
                <a:ea typeface="Open Sans" panose="020B0606030504020204" pitchFamily="34" charset="0"/>
                <a:cs typeface="Arial" panose="020B0604020202020204" pitchFamily="34" charset="0"/>
              </a:rPr>
              <a:t>Ticket Volume</a:t>
            </a:r>
          </a:p>
        </p:txBody>
      </p:sp>
      <p:sp>
        <p:nvSpPr>
          <p:cNvPr id="11" name="TextBox 10">
            <a:extLst>
              <a:ext uri="{FF2B5EF4-FFF2-40B4-BE49-F238E27FC236}">
                <a16:creationId xmlns:a16="http://schemas.microsoft.com/office/drawing/2014/main" id="{12276793-092F-1B9C-42E2-F031D4CCA95E}"/>
              </a:ext>
            </a:extLst>
          </p:cNvPr>
          <p:cNvSpPr txBox="1">
            <a:spLocks noChangeArrowheads="1"/>
          </p:cNvSpPr>
          <p:nvPr/>
        </p:nvSpPr>
        <p:spPr bwMode="auto">
          <a:xfrm>
            <a:off x="6659563" y="3859213"/>
            <a:ext cx="1897062" cy="1087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6600" b="1">
                <a:ea typeface="Open Sans" panose="020B0606030504020204" pitchFamily="34" charset="0"/>
                <a:cs typeface="Arial" panose="020B0604020202020204" pitchFamily="34" charset="0"/>
              </a:rPr>
              <a:t>↓</a:t>
            </a:r>
          </a:p>
        </p:txBody>
      </p:sp>
      <p:sp>
        <p:nvSpPr>
          <p:cNvPr id="55305" name="TextBox 11">
            <a:extLst>
              <a:ext uri="{FF2B5EF4-FFF2-40B4-BE49-F238E27FC236}">
                <a16:creationId xmlns:a16="http://schemas.microsoft.com/office/drawing/2014/main" id="{37EABE00-56C0-B13C-C49C-154C050531A4}"/>
              </a:ext>
            </a:extLst>
          </p:cNvPr>
          <p:cNvSpPr txBox="1">
            <a:spLocks noChangeArrowheads="1"/>
          </p:cNvSpPr>
          <p:nvPr/>
        </p:nvSpPr>
        <p:spPr bwMode="auto">
          <a:xfrm>
            <a:off x="6226175" y="4856163"/>
            <a:ext cx="2763838" cy="796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600">
                <a:solidFill>
                  <a:schemeClr val="tx2"/>
                </a:solidFill>
                <a:ea typeface="Open Sans" panose="020B0606030504020204" pitchFamily="34" charset="0"/>
                <a:cs typeface="Arial" panose="020B0604020202020204" pitchFamily="34" charset="0"/>
              </a:rPr>
              <a:t>Recurrence Rate</a:t>
            </a:r>
          </a:p>
        </p:txBody>
      </p:sp>
      <p:graphicFrame>
        <p:nvGraphicFramePr>
          <p:cNvPr id="23" name="Chart 22">
            <a:extLst>
              <a:ext uri="{FF2B5EF4-FFF2-40B4-BE49-F238E27FC236}">
                <a16:creationId xmlns:a16="http://schemas.microsoft.com/office/drawing/2014/main" id="{1DC65FD8-A4DB-DF89-9ABC-AD8A9D0E1996}"/>
              </a:ext>
            </a:extLst>
          </p:cNvPr>
          <p:cNvGraphicFramePr>
            <a:graphicFrameLocks/>
          </p:cNvGraphicFramePr>
          <p:nvPr>
            <p:extLst>
              <p:ext uri="{D42A27DB-BD31-4B8C-83A1-F6EECF244321}">
                <p14:modId xmlns:p14="http://schemas.microsoft.com/office/powerpoint/2010/main" val="906070023"/>
              </p:ext>
            </p:extLst>
          </p:nvPr>
        </p:nvGraphicFramePr>
        <p:xfrm>
          <a:off x="252413" y="1493838"/>
          <a:ext cx="2959100" cy="2528887"/>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4" name="Chart 23">
            <a:extLst>
              <a:ext uri="{FF2B5EF4-FFF2-40B4-BE49-F238E27FC236}">
                <a16:creationId xmlns:a16="http://schemas.microsoft.com/office/drawing/2014/main" id="{62289BC2-FD74-F4A6-04C2-1339D2D15860}"/>
              </a:ext>
            </a:extLst>
          </p:cNvPr>
          <p:cNvGraphicFramePr>
            <a:graphicFrameLocks/>
          </p:cNvGraphicFramePr>
          <p:nvPr>
            <p:extLst>
              <p:ext uri="{D42A27DB-BD31-4B8C-83A1-F6EECF244321}">
                <p14:modId xmlns:p14="http://schemas.microsoft.com/office/powerpoint/2010/main" val="1147321478"/>
              </p:ext>
            </p:extLst>
          </p:nvPr>
        </p:nvGraphicFramePr>
        <p:xfrm>
          <a:off x="3109913" y="1493838"/>
          <a:ext cx="2960687" cy="2528887"/>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5" name="Chart 24">
            <a:extLst>
              <a:ext uri="{FF2B5EF4-FFF2-40B4-BE49-F238E27FC236}">
                <a16:creationId xmlns:a16="http://schemas.microsoft.com/office/drawing/2014/main" id="{2D7305A8-7340-A77E-4CBE-B95D65CCB003}"/>
              </a:ext>
            </a:extLst>
          </p:cNvPr>
          <p:cNvGraphicFramePr>
            <a:graphicFrameLocks/>
          </p:cNvGraphicFramePr>
          <p:nvPr>
            <p:extLst>
              <p:ext uri="{D42A27DB-BD31-4B8C-83A1-F6EECF244321}">
                <p14:modId xmlns:p14="http://schemas.microsoft.com/office/powerpoint/2010/main" val="830716479"/>
              </p:ext>
            </p:extLst>
          </p:nvPr>
        </p:nvGraphicFramePr>
        <p:xfrm>
          <a:off x="6045200" y="1493838"/>
          <a:ext cx="2960688" cy="2528887"/>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26" name="Chart 25">
            <a:extLst>
              <a:ext uri="{FF2B5EF4-FFF2-40B4-BE49-F238E27FC236}">
                <a16:creationId xmlns:a16="http://schemas.microsoft.com/office/drawing/2014/main" id="{60EFC57E-31AC-1B78-74CD-2DB2850C8A13}"/>
              </a:ext>
            </a:extLst>
          </p:cNvPr>
          <p:cNvGraphicFramePr>
            <a:graphicFrameLocks/>
          </p:cNvGraphicFramePr>
          <p:nvPr>
            <p:extLst>
              <p:ext uri="{D42A27DB-BD31-4B8C-83A1-F6EECF244321}">
                <p14:modId xmlns:p14="http://schemas.microsoft.com/office/powerpoint/2010/main" val="1281289228"/>
              </p:ext>
            </p:extLst>
          </p:nvPr>
        </p:nvGraphicFramePr>
        <p:xfrm>
          <a:off x="8904288" y="1493838"/>
          <a:ext cx="2959100" cy="2528887"/>
        </p:xfrm>
        <a:graphic>
          <a:graphicData uri="http://schemas.openxmlformats.org/drawingml/2006/chart">
            <c:chart xmlns:c="http://schemas.openxmlformats.org/drawingml/2006/chart" xmlns:r="http://schemas.openxmlformats.org/officeDocument/2006/relationships" r:id="rId6"/>
          </a:graphicData>
        </a:graphic>
      </p:graphicFrame>
      <p:pic>
        <p:nvPicPr>
          <p:cNvPr id="55310" name="Picture 17">
            <a:extLst>
              <a:ext uri="{FF2B5EF4-FFF2-40B4-BE49-F238E27FC236}">
                <a16:creationId xmlns:a16="http://schemas.microsoft.com/office/drawing/2014/main" id="{653901D9-A71B-2725-C15A-E04049E7DB6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03213" y="6448425"/>
            <a:ext cx="1311275" cy="18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311" name="Title 2">
            <a:extLst>
              <a:ext uri="{FF2B5EF4-FFF2-40B4-BE49-F238E27FC236}">
                <a16:creationId xmlns:a16="http://schemas.microsoft.com/office/drawing/2014/main" id="{2AC6E5C0-4F59-018D-ADE5-74FB43004017}"/>
              </a:ext>
            </a:extLst>
          </p:cNvPr>
          <p:cNvSpPr>
            <a:spLocks noGrp="1" noChangeArrowheads="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tIns="45720" rIns="91440" bIns="45720" numCol="1" anchor="t" anchorCtr="0" compatLnSpc="1">
            <a:prstTxWarp prst="textNoShape">
              <a:avLst/>
            </a:prstTxWarp>
          </a:bodyPr>
          <a:lstStyle/>
          <a:p>
            <a:r>
              <a:rPr lang="en-US" altLang="en-US"/>
              <a:t>How We Measure It</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1" presetClass="entr" presetSubtype="1" fill="hold" grpId="0" nodeType="with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heel(1)">
                                      <p:cBhvr>
                                        <p:cTn id="7" dur="2000"/>
                                        <p:tgtEl>
                                          <p:spTgt spid="23"/>
                                        </p:tgtEl>
                                      </p:cBhvr>
                                    </p:animEffect>
                                  </p:childTnLst>
                                </p:cTn>
                              </p:par>
                              <p:par>
                                <p:cTn id="8" presetID="21" presetClass="entr" presetSubtype="1" fill="hold" grpId="0" nodeType="with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wheel(1)">
                                      <p:cBhvr>
                                        <p:cTn id="10" dur="2000"/>
                                        <p:tgtEl>
                                          <p:spTgt spid="24"/>
                                        </p:tgtEl>
                                      </p:cBhvr>
                                    </p:animEffect>
                                  </p:childTnLst>
                                </p:cTn>
                              </p:par>
                              <p:par>
                                <p:cTn id="11" presetID="21" presetClass="entr" presetSubtype="1" fill="hold" grpId="0" nodeType="withEffect">
                                  <p:stCondLst>
                                    <p:cond delay="0"/>
                                  </p:stCondLst>
                                  <p:childTnLst>
                                    <p:set>
                                      <p:cBhvr>
                                        <p:cTn id="12" dur="1" fill="hold">
                                          <p:stCondLst>
                                            <p:cond delay="0"/>
                                          </p:stCondLst>
                                        </p:cTn>
                                        <p:tgtEl>
                                          <p:spTgt spid="25"/>
                                        </p:tgtEl>
                                        <p:attrNameLst>
                                          <p:attrName>style.visibility</p:attrName>
                                        </p:attrNameLst>
                                      </p:cBhvr>
                                      <p:to>
                                        <p:strVal val="visible"/>
                                      </p:to>
                                    </p:set>
                                    <p:animEffect transition="in" filter="wheel(1)">
                                      <p:cBhvr>
                                        <p:cTn id="13" dur="2000"/>
                                        <p:tgtEl>
                                          <p:spTgt spid="25"/>
                                        </p:tgtEl>
                                      </p:cBhvr>
                                    </p:animEffect>
                                  </p:childTnLst>
                                </p:cTn>
                              </p:par>
                              <p:par>
                                <p:cTn id="14" presetID="21" presetClass="entr" presetSubtype="1" fill="hold" grpId="0" nodeType="withEffect">
                                  <p:stCondLst>
                                    <p:cond delay="0"/>
                                  </p:stCondLst>
                                  <p:childTnLst>
                                    <p:set>
                                      <p:cBhvr>
                                        <p:cTn id="15" dur="1" fill="hold">
                                          <p:stCondLst>
                                            <p:cond delay="0"/>
                                          </p:stCondLst>
                                        </p:cTn>
                                        <p:tgtEl>
                                          <p:spTgt spid="26"/>
                                        </p:tgtEl>
                                        <p:attrNameLst>
                                          <p:attrName>style.visibility</p:attrName>
                                        </p:attrNameLst>
                                      </p:cBhvr>
                                      <p:to>
                                        <p:strVal val="visible"/>
                                      </p:to>
                                    </p:set>
                                    <p:animEffect transition="in" filter="wheel(1)">
                                      <p:cBhvr>
                                        <p:cTn id="16" dur="2000"/>
                                        <p:tgtEl>
                                          <p:spTgt spid="26"/>
                                        </p:tgtEl>
                                      </p:cBhvr>
                                    </p:animEffect>
                                  </p:childTnLst>
                                </p:cTn>
                              </p:par>
                              <p:par>
                                <p:cTn id="17" presetID="3" presetClass="emph" presetSubtype="2" fill="hold" nodeType="withEffect">
                                  <p:stCondLst>
                                    <p:cond delay="0"/>
                                  </p:stCondLst>
                                  <p:childTnLst>
                                    <p:animClr clrSpc="rgb" dir="cw">
                                      <p:cBhvr override="childStyle">
                                        <p:cTn id="18" dur="2000" fill="hold"/>
                                        <p:tgtEl>
                                          <p:spTgt spid="9"/>
                                        </p:tgtEl>
                                        <p:attrNameLst>
                                          <p:attrName>style.color</p:attrName>
                                        </p:attrNameLst>
                                      </p:cBhvr>
                                      <p:to>
                                        <a:schemeClr val="hlink"/>
                                      </p:to>
                                    </p:animClr>
                                  </p:childTnLst>
                                </p:cTn>
                              </p:par>
                              <p:par>
                                <p:cTn id="19" presetID="3" presetClass="emph" presetSubtype="2" fill="hold" nodeType="withEffect">
                                  <p:stCondLst>
                                    <p:cond delay="0"/>
                                  </p:stCondLst>
                                  <p:childTnLst>
                                    <p:animClr clrSpc="rgb" dir="cw">
                                      <p:cBhvr override="childStyle">
                                        <p:cTn id="20" dur="2000" fill="hold"/>
                                        <p:tgtEl>
                                          <p:spTgt spid="6"/>
                                        </p:tgtEl>
                                        <p:attrNameLst>
                                          <p:attrName>style.color</p:attrName>
                                        </p:attrNameLst>
                                      </p:cBhvr>
                                      <p:to>
                                        <a:srgbClr val="404040"/>
                                      </p:to>
                                    </p:animClr>
                                  </p:childTnLst>
                                </p:cTn>
                              </p:par>
                              <p:par>
                                <p:cTn id="21" presetID="3" presetClass="emph" presetSubtype="2" fill="hold" nodeType="withEffect">
                                  <p:stCondLst>
                                    <p:cond delay="0"/>
                                  </p:stCondLst>
                                  <p:childTnLst>
                                    <p:animClr clrSpc="rgb" dir="cw">
                                      <p:cBhvr override="childStyle">
                                        <p:cTn id="22" dur="2000" fill="hold"/>
                                        <p:tgtEl>
                                          <p:spTgt spid="11"/>
                                        </p:tgtEl>
                                        <p:attrNameLst>
                                          <p:attrName>style.color</p:attrName>
                                        </p:attrNameLst>
                                      </p:cBhvr>
                                      <p:to>
                                        <a:schemeClr val="folHlink"/>
                                      </p:to>
                                    </p:animClr>
                                  </p:childTnLst>
                                </p:cTn>
                              </p:par>
                              <p:par>
                                <p:cTn id="23" presetID="3" presetClass="emph" presetSubtype="2" fill="hold" nodeType="withEffect">
                                  <p:stCondLst>
                                    <p:cond delay="0"/>
                                  </p:stCondLst>
                                  <p:childTnLst>
                                    <p:animClr clrSpc="rgb" dir="cw">
                                      <p:cBhvr override="childStyle">
                                        <p:cTn id="24" dur="2000" fill="hold"/>
                                        <p:tgtEl>
                                          <p:spTgt spid="4"/>
                                        </p:tgtEl>
                                        <p:attrNameLst>
                                          <p:attrName>style.color</p:attrName>
                                        </p:attrNameLst>
                                      </p:cBhvr>
                                      <p:to>
                                        <a:srgbClr val="B1CAE1"/>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9" grpId="0"/>
      <p:bldP spid="11" grpId="0"/>
      <p:bldGraphic spid="23" grpId="0">
        <p:bldAsOne/>
      </p:bldGraphic>
      <p:bldGraphic spid="24" grpId="0">
        <p:bldAsOne/>
      </p:bldGraphic>
      <p:bldGraphic spid="25" grpId="0">
        <p:bldAsOne/>
      </p:bldGraphic>
      <p:bldGraphic spid="26" grpId="0">
        <p:bldAsOne/>
      </p:bldGraphic>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Placeholder 3">
            <a:extLst>
              <a:ext uri="{FF2B5EF4-FFF2-40B4-BE49-F238E27FC236}">
                <a16:creationId xmlns:a16="http://schemas.microsoft.com/office/drawing/2014/main" id="{ADD6EB53-59D0-BDD2-E06A-116E36355B6B}"/>
              </a:ext>
            </a:extLst>
          </p:cNvPr>
          <p:cNvPicPr>
            <a:picLocks noGrp="1" noChangeAspect="1"/>
          </p:cNvPicPr>
          <p:nvPr>
            <p:ph type="pic" sz="quarter" idx="10"/>
          </p:nvPr>
        </p:nvPicPr>
        <p:blipFill rotWithShape="1">
          <a:blip r:embed="rId2" cstate="screen"/>
          <a:srcRect t="5929" b="5929"/>
          <a:stretch/>
        </p:blipFill>
        <p:spPr/>
      </p:pic>
      <p:sp>
        <p:nvSpPr>
          <p:cNvPr id="8" name="Rectangle 7">
            <a:extLst>
              <a:ext uri="{FF2B5EF4-FFF2-40B4-BE49-F238E27FC236}">
                <a16:creationId xmlns:a16="http://schemas.microsoft.com/office/drawing/2014/main" id="{52082CA7-6189-9F4C-B889-6F1CC8958198}"/>
              </a:ext>
            </a:extLst>
          </p:cNvPr>
          <p:cNvSpPr/>
          <p:nvPr/>
        </p:nvSpPr>
        <p:spPr>
          <a:xfrm>
            <a:off x="3471863" y="762000"/>
            <a:ext cx="7881937" cy="5334000"/>
          </a:xfrm>
          <a:prstGeom prst="rect">
            <a:avLst/>
          </a:prstGeom>
          <a:solidFill>
            <a:schemeClr val="bg1"/>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69636" name="TextBox 8">
            <a:extLst>
              <a:ext uri="{FF2B5EF4-FFF2-40B4-BE49-F238E27FC236}">
                <a16:creationId xmlns:a16="http://schemas.microsoft.com/office/drawing/2014/main" id="{A51E798E-AD07-C3BD-56A1-ECE4EAB8201C}"/>
              </a:ext>
            </a:extLst>
          </p:cNvPr>
          <p:cNvSpPr txBox="1">
            <a:spLocks noChangeArrowheads="1"/>
          </p:cNvSpPr>
          <p:nvPr/>
        </p:nvSpPr>
        <p:spPr bwMode="auto">
          <a:xfrm>
            <a:off x="931779" y="1628775"/>
            <a:ext cx="2116221"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r>
              <a:rPr lang="en-US" altLang="en-US" sz="2800">
                <a:solidFill>
                  <a:schemeClr val="accent1"/>
                </a:solidFill>
                <a:ea typeface="Nexa Bold"/>
                <a:cs typeface="Arial" panose="020B0604020202020204" pitchFamily="34" charset="0"/>
              </a:rPr>
              <a:t>Where This </a:t>
            </a:r>
            <a:br>
              <a:rPr lang="en-US" altLang="en-US" sz="2800">
                <a:solidFill>
                  <a:schemeClr val="accent1"/>
                </a:solidFill>
                <a:ea typeface="Nexa Bold"/>
                <a:cs typeface="Arial" panose="020B0604020202020204" pitchFamily="34" charset="0"/>
              </a:rPr>
            </a:br>
            <a:r>
              <a:rPr lang="en-US" altLang="en-US" sz="2800">
                <a:solidFill>
                  <a:schemeClr val="accent1"/>
                </a:solidFill>
                <a:ea typeface="Nexa Bold"/>
                <a:cs typeface="Arial" panose="020B0604020202020204" pitchFamily="34" charset="0"/>
              </a:rPr>
              <a:t>Goes</a:t>
            </a:r>
          </a:p>
        </p:txBody>
      </p:sp>
      <p:sp>
        <p:nvSpPr>
          <p:cNvPr id="69637" name="Rectangle 9">
            <a:extLst>
              <a:ext uri="{FF2B5EF4-FFF2-40B4-BE49-F238E27FC236}">
                <a16:creationId xmlns:a16="http://schemas.microsoft.com/office/drawing/2014/main" id="{1B516047-3C69-F752-39D9-6C7725CF8D7F}"/>
              </a:ext>
            </a:extLst>
          </p:cNvPr>
          <p:cNvSpPr>
            <a:spLocks noChangeArrowheads="1"/>
          </p:cNvSpPr>
          <p:nvPr/>
        </p:nvSpPr>
        <p:spPr bwMode="auto">
          <a:xfrm>
            <a:off x="1670050" y="3057525"/>
            <a:ext cx="13779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r>
              <a:rPr lang="en-US" altLang="en-US" sz="1200">
                <a:ea typeface="Roboto Medium" panose="02000000000000000000" pitchFamily="2" charset="0"/>
                <a:cs typeface="Arial" panose="020B0604020202020204" pitchFamily="34" charset="0"/>
              </a:rPr>
              <a:t>Four future capabilities</a:t>
            </a:r>
          </a:p>
        </p:txBody>
      </p:sp>
      <p:grpSp>
        <p:nvGrpSpPr>
          <p:cNvPr id="69638" name="Group 52">
            <a:extLst>
              <a:ext uri="{FF2B5EF4-FFF2-40B4-BE49-F238E27FC236}">
                <a16:creationId xmlns:a16="http://schemas.microsoft.com/office/drawing/2014/main" id="{E0075D0C-8192-9589-6CC2-53510EED5530}"/>
              </a:ext>
            </a:extLst>
          </p:cNvPr>
          <p:cNvGrpSpPr>
            <a:grpSpLocks/>
          </p:cNvGrpSpPr>
          <p:nvPr/>
        </p:nvGrpSpPr>
        <p:grpSpPr bwMode="auto">
          <a:xfrm>
            <a:off x="4624388" y="1779588"/>
            <a:ext cx="2492375" cy="1239837"/>
            <a:chOff x="4094297" y="2073826"/>
            <a:chExt cx="2491560" cy="1238626"/>
          </a:xfrm>
        </p:grpSpPr>
        <p:sp>
          <p:nvSpPr>
            <p:cNvPr id="69656" name="TextBox 11">
              <a:extLst>
                <a:ext uri="{FF2B5EF4-FFF2-40B4-BE49-F238E27FC236}">
                  <a16:creationId xmlns:a16="http://schemas.microsoft.com/office/drawing/2014/main" id="{E9432884-3CC7-2A1D-8078-1B3B84B8060D}"/>
                </a:ext>
              </a:extLst>
            </p:cNvPr>
            <p:cNvSpPr txBox="1">
              <a:spLocks noChangeArrowheads="1"/>
            </p:cNvSpPr>
            <p:nvPr/>
          </p:nvSpPr>
          <p:spPr bwMode="auto">
            <a:xfrm>
              <a:off x="4094297" y="2073826"/>
              <a:ext cx="2000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ea typeface="Nexa Bold"/>
                  <a:cs typeface="Arial" panose="020B0604020202020204" pitchFamily="34" charset="0"/>
                </a:rPr>
                <a:t>Auto-Resolution</a:t>
              </a:r>
            </a:p>
          </p:txBody>
        </p:sp>
        <p:sp>
          <p:nvSpPr>
            <p:cNvPr id="69657" name="Rectangle 12">
              <a:extLst>
                <a:ext uri="{FF2B5EF4-FFF2-40B4-BE49-F238E27FC236}">
                  <a16:creationId xmlns:a16="http://schemas.microsoft.com/office/drawing/2014/main" id="{C2A784A7-4FDC-0884-866D-BFBBFAE19B9B}"/>
                </a:ext>
              </a:extLst>
            </p:cNvPr>
            <p:cNvSpPr>
              <a:spLocks noChangeArrowheads="1"/>
            </p:cNvSpPr>
            <p:nvPr/>
          </p:nvSpPr>
          <p:spPr bwMode="auto">
            <a:xfrm>
              <a:off x="4094298" y="2543011"/>
              <a:ext cx="2491559"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100">
                  <a:ea typeface="Roboto Medium" panose="02000000000000000000" pitchFamily="2" charset="0"/>
                  <a:cs typeface="Arial" panose="020B0604020202020204" pitchFamily="34" charset="0"/>
                </a:rPr>
                <a:t>Known problems resolved without a human. No queue touched.</a:t>
              </a:r>
            </a:p>
          </p:txBody>
        </p:sp>
        <p:cxnSp>
          <p:nvCxnSpPr>
            <p:cNvPr id="15" name="Straight Connector 14">
              <a:extLst>
                <a:ext uri="{FF2B5EF4-FFF2-40B4-BE49-F238E27FC236}">
                  <a16:creationId xmlns:a16="http://schemas.microsoft.com/office/drawing/2014/main" id="{8E6F1283-ADA6-1A5A-428C-91E4F66FB787}"/>
                </a:ext>
              </a:extLst>
            </p:cNvPr>
            <p:cNvCxnSpPr/>
            <p:nvPr/>
          </p:nvCxnSpPr>
          <p:spPr>
            <a:xfrm>
              <a:off x="4199038" y="2456039"/>
              <a:ext cx="444355"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grpSp>
      <p:grpSp>
        <p:nvGrpSpPr>
          <p:cNvPr id="69639" name="Group 53">
            <a:extLst>
              <a:ext uri="{FF2B5EF4-FFF2-40B4-BE49-F238E27FC236}">
                <a16:creationId xmlns:a16="http://schemas.microsoft.com/office/drawing/2014/main" id="{58770235-B123-F58D-4107-FEAC92B25B30}"/>
              </a:ext>
            </a:extLst>
          </p:cNvPr>
          <p:cNvGrpSpPr>
            <a:grpSpLocks/>
          </p:cNvGrpSpPr>
          <p:nvPr/>
        </p:nvGrpSpPr>
        <p:grpSpPr bwMode="auto">
          <a:xfrm>
            <a:off x="7831138" y="1736728"/>
            <a:ext cx="2492375" cy="1282702"/>
            <a:chOff x="4094298" y="2029997"/>
            <a:chExt cx="2491559" cy="1282455"/>
          </a:xfrm>
        </p:grpSpPr>
        <p:sp>
          <p:nvSpPr>
            <p:cNvPr id="69653" name="TextBox 55">
              <a:extLst>
                <a:ext uri="{FF2B5EF4-FFF2-40B4-BE49-F238E27FC236}">
                  <a16:creationId xmlns:a16="http://schemas.microsoft.com/office/drawing/2014/main" id="{22371990-99EE-1793-1EEF-E6DB2F766BCC}"/>
                </a:ext>
              </a:extLst>
            </p:cNvPr>
            <p:cNvSpPr txBox="1">
              <a:spLocks noChangeArrowheads="1"/>
            </p:cNvSpPr>
            <p:nvPr/>
          </p:nvSpPr>
          <p:spPr bwMode="auto">
            <a:xfrm>
              <a:off x="4094298" y="2029997"/>
              <a:ext cx="153984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ea typeface="Nexa Bold"/>
                  <a:cs typeface="Arial" panose="020B0604020202020204" pitchFamily="34" charset="0"/>
                </a:rPr>
                <a:t>Auto-Routing</a:t>
              </a:r>
            </a:p>
          </p:txBody>
        </p:sp>
        <p:sp>
          <p:nvSpPr>
            <p:cNvPr id="69654" name="Rectangle 56">
              <a:extLst>
                <a:ext uri="{FF2B5EF4-FFF2-40B4-BE49-F238E27FC236}">
                  <a16:creationId xmlns:a16="http://schemas.microsoft.com/office/drawing/2014/main" id="{96BAA529-545D-56F3-7D24-520BC3D97A46}"/>
                </a:ext>
              </a:extLst>
            </p:cNvPr>
            <p:cNvSpPr>
              <a:spLocks noChangeArrowheads="1"/>
            </p:cNvSpPr>
            <p:nvPr/>
          </p:nvSpPr>
          <p:spPr bwMode="auto">
            <a:xfrm>
              <a:off x="4094298" y="2543011"/>
              <a:ext cx="2491559"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100">
                  <a:ea typeface="Roboto Medium" panose="02000000000000000000" pitchFamily="2" charset="0"/>
                  <a:cs typeface="Arial" panose="020B0604020202020204" pitchFamily="34" charset="0"/>
                </a:rPr>
                <a:t>Ticket arrives at the right team with solutions already attached.</a:t>
              </a:r>
            </a:p>
          </p:txBody>
        </p:sp>
        <p:cxnSp>
          <p:nvCxnSpPr>
            <p:cNvPr id="58" name="Straight Connector 57">
              <a:extLst>
                <a:ext uri="{FF2B5EF4-FFF2-40B4-BE49-F238E27FC236}">
                  <a16:creationId xmlns:a16="http://schemas.microsoft.com/office/drawing/2014/main" id="{71EF1D50-BB9A-B167-1A54-A5D42ED71740}"/>
                </a:ext>
              </a:extLst>
            </p:cNvPr>
            <p:cNvCxnSpPr/>
            <p:nvPr/>
          </p:nvCxnSpPr>
          <p:spPr>
            <a:xfrm>
              <a:off x="4199039" y="2455366"/>
              <a:ext cx="444354"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grpSp>
      <p:grpSp>
        <p:nvGrpSpPr>
          <p:cNvPr id="69640" name="Group 58">
            <a:extLst>
              <a:ext uri="{FF2B5EF4-FFF2-40B4-BE49-F238E27FC236}">
                <a16:creationId xmlns:a16="http://schemas.microsoft.com/office/drawing/2014/main" id="{2287C5A5-D816-CE67-3FEC-D8B3E989E5D2}"/>
              </a:ext>
            </a:extLst>
          </p:cNvPr>
          <p:cNvGrpSpPr>
            <a:grpSpLocks/>
          </p:cNvGrpSpPr>
          <p:nvPr/>
        </p:nvGrpSpPr>
        <p:grpSpPr bwMode="auto">
          <a:xfrm>
            <a:off x="4654550" y="3986212"/>
            <a:ext cx="2490788" cy="1238249"/>
            <a:chOff x="4094297" y="2073826"/>
            <a:chExt cx="2491560" cy="1238626"/>
          </a:xfrm>
        </p:grpSpPr>
        <p:sp>
          <p:nvSpPr>
            <p:cNvPr id="69650" name="TextBox 60">
              <a:extLst>
                <a:ext uri="{FF2B5EF4-FFF2-40B4-BE49-F238E27FC236}">
                  <a16:creationId xmlns:a16="http://schemas.microsoft.com/office/drawing/2014/main" id="{52EF9999-7F62-E481-A6EE-E92A038B4A63}"/>
                </a:ext>
              </a:extLst>
            </p:cNvPr>
            <p:cNvSpPr txBox="1">
              <a:spLocks noChangeArrowheads="1"/>
            </p:cNvSpPr>
            <p:nvPr/>
          </p:nvSpPr>
          <p:spPr bwMode="auto">
            <a:xfrm>
              <a:off x="4094297" y="2073826"/>
              <a:ext cx="138063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ea typeface="Nexa Bold"/>
                  <a:cs typeface="Arial" panose="020B0604020202020204" pitchFamily="34" charset="0"/>
                </a:rPr>
                <a:t>Recommendations</a:t>
              </a:r>
            </a:p>
          </p:txBody>
        </p:sp>
        <p:sp>
          <p:nvSpPr>
            <p:cNvPr id="69651" name="Rectangle 61">
              <a:extLst>
                <a:ext uri="{FF2B5EF4-FFF2-40B4-BE49-F238E27FC236}">
                  <a16:creationId xmlns:a16="http://schemas.microsoft.com/office/drawing/2014/main" id="{EA510EF9-ECB6-64F9-BB34-0798162EF24C}"/>
                </a:ext>
              </a:extLst>
            </p:cNvPr>
            <p:cNvSpPr>
              <a:spLocks noChangeArrowheads="1"/>
            </p:cNvSpPr>
            <p:nvPr/>
          </p:nvSpPr>
          <p:spPr bwMode="auto">
            <a:xfrm>
              <a:off x="4094298" y="2543011"/>
              <a:ext cx="2491559"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100">
                  <a:ea typeface="Roboto Medium" panose="02000000000000000000" pitchFamily="2" charset="0"/>
                  <a:cs typeface="Arial" panose="020B0604020202020204" pitchFamily="34" charset="0"/>
                </a:rPr>
                <a:t>Monthly: five gaps, the fix, the cost of leaving them open.</a:t>
              </a:r>
            </a:p>
          </p:txBody>
        </p:sp>
        <p:cxnSp>
          <p:nvCxnSpPr>
            <p:cNvPr id="63" name="Straight Connector 62">
              <a:extLst>
                <a:ext uri="{FF2B5EF4-FFF2-40B4-BE49-F238E27FC236}">
                  <a16:creationId xmlns:a16="http://schemas.microsoft.com/office/drawing/2014/main" id="{3FA72919-9DF1-8E31-AFB3-F6189849A797}"/>
                </a:ext>
              </a:extLst>
            </p:cNvPr>
            <p:cNvCxnSpPr/>
            <p:nvPr/>
          </p:nvCxnSpPr>
          <p:spPr>
            <a:xfrm>
              <a:off x="4199104" y="2456529"/>
              <a:ext cx="444638"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grpSp>
      <p:grpSp>
        <p:nvGrpSpPr>
          <p:cNvPr id="69641" name="Group 63">
            <a:extLst>
              <a:ext uri="{FF2B5EF4-FFF2-40B4-BE49-F238E27FC236}">
                <a16:creationId xmlns:a16="http://schemas.microsoft.com/office/drawing/2014/main" id="{70F66071-AADB-8923-842A-72F53E86FE65}"/>
              </a:ext>
            </a:extLst>
          </p:cNvPr>
          <p:cNvGrpSpPr>
            <a:grpSpLocks/>
          </p:cNvGrpSpPr>
          <p:nvPr/>
        </p:nvGrpSpPr>
        <p:grpSpPr bwMode="auto">
          <a:xfrm>
            <a:off x="7739065" y="3986212"/>
            <a:ext cx="2490788" cy="1238249"/>
            <a:chOff x="4094297" y="2073826"/>
            <a:chExt cx="2491560" cy="1238626"/>
          </a:xfrm>
        </p:grpSpPr>
        <p:sp>
          <p:nvSpPr>
            <p:cNvPr id="69647" name="TextBox 65">
              <a:extLst>
                <a:ext uri="{FF2B5EF4-FFF2-40B4-BE49-F238E27FC236}">
                  <a16:creationId xmlns:a16="http://schemas.microsoft.com/office/drawing/2014/main" id="{E8AA133A-24F8-95BD-3052-FFD3AB7ED60F}"/>
                </a:ext>
              </a:extLst>
            </p:cNvPr>
            <p:cNvSpPr txBox="1">
              <a:spLocks noChangeArrowheads="1"/>
            </p:cNvSpPr>
            <p:nvPr/>
          </p:nvSpPr>
          <p:spPr bwMode="auto">
            <a:xfrm>
              <a:off x="4094297" y="2073826"/>
              <a:ext cx="138063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ea typeface="Nexa Bold"/>
                  <a:cs typeface="Arial" panose="020B0604020202020204" pitchFamily="34" charset="0"/>
                </a:rPr>
                <a:t>Predictive Alerts</a:t>
              </a:r>
            </a:p>
          </p:txBody>
        </p:sp>
        <p:sp>
          <p:nvSpPr>
            <p:cNvPr id="69648" name="Rectangle 66">
              <a:extLst>
                <a:ext uri="{FF2B5EF4-FFF2-40B4-BE49-F238E27FC236}">
                  <a16:creationId xmlns:a16="http://schemas.microsoft.com/office/drawing/2014/main" id="{B52A04C1-FC64-335A-B65D-D6235A4D9157}"/>
                </a:ext>
              </a:extLst>
            </p:cNvPr>
            <p:cNvSpPr>
              <a:spLocks noChangeArrowheads="1"/>
            </p:cNvSpPr>
            <p:nvPr/>
          </p:nvSpPr>
          <p:spPr bwMode="auto">
            <a:xfrm>
              <a:off x="4094298" y="2543011"/>
              <a:ext cx="2491559"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100">
                  <a:ea typeface="Roboto Medium" panose="02000000000000000000" pitchFamily="2" charset="0"/>
                  <a:cs typeface="Arial" panose="020B0604020202020204" pitchFamily="34" charset="0"/>
                </a:rPr>
                <a:t>Before the ETL fails. Before the cert expires. Before the import runs wrong.</a:t>
              </a:r>
            </a:p>
          </p:txBody>
        </p:sp>
        <p:cxnSp>
          <p:nvCxnSpPr>
            <p:cNvPr id="68" name="Straight Connector 67">
              <a:extLst>
                <a:ext uri="{FF2B5EF4-FFF2-40B4-BE49-F238E27FC236}">
                  <a16:creationId xmlns:a16="http://schemas.microsoft.com/office/drawing/2014/main" id="{2E1CA3AE-742F-9778-3302-BDBF2A6A8172}"/>
                </a:ext>
              </a:extLst>
            </p:cNvPr>
            <p:cNvCxnSpPr/>
            <p:nvPr/>
          </p:nvCxnSpPr>
          <p:spPr>
            <a:xfrm>
              <a:off x="4199105" y="2456529"/>
              <a:ext cx="444638"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grpSp>
      <p:cxnSp>
        <p:nvCxnSpPr>
          <p:cNvPr id="31" name="Straight Connector 30">
            <a:extLst>
              <a:ext uri="{FF2B5EF4-FFF2-40B4-BE49-F238E27FC236}">
                <a16:creationId xmlns:a16="http://schemas.microsoft.com/office/drawing/2014/main" id="{BDD5FFBF-4400-6267-9586-1703A93D737C}"/>
              </a:ext>
            </a:extLst>
          </p:cNvPr>
          <p:cNvCxnSpPr/>
          <p:nvPr/>
        </p:nvCxnSpPr>
        <p:spPr>
          <a:xfrm>
            <a:off x="2193925" y="2820988"/>
            <a:ext cx="692150" cy="0"/>
          </a:xfrm>
          <a:prstGeom prst="line">
            <a:avLst/>
          </a:prstGeom>
          <a:ln w="476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2997B214-FFB4-DFB8-DA48-5C3E493C5740}"/>
              </a:ext>
            </a:extLst>
          </p:cNvPr>
          <p:cNvCxnSpPr/>
          <p:nvPr/>
        </p:nvCxnSpPr>
        <p:spPr>
          <a:xfrm>
            <a:off x="7413625" y="1631950"/>
            <a:ext cx="0" cy="3594100"/>
          </a:xfrm>
          <a:prstGeom prst="line">
            <a:avLst/>
          </a:prstGeom>
          <a:ln>
            <a:solidFill>
              <a:schemeClr val="tx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C7E69597-3508-B967-E07E-C3D336B9DBB3}"/>
              </a:ext>
            </a:extLst>
          </p:cNvPr>
          <p:cNvCxnSpPr>
            <a:cxnSpLocks/>
          </p:cNvCxnSpPr>
          <p:nvPr/>
        </p:nvCxnSpPr>
        <p:spPr>
          <a:xfrm flipH="1">
            <a:off x="4624388" y="3429000"/>
            <a:ext cx="5576887" cy="0"/>
          </a:xfrm>
          <a:prstGeom prst="line">
            <a:avLst/>
          </a:prstGeom>
          <a:ln>
            <a:solidFill>
              <a:schemeClr val="tx1">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69645" name="Slide Number Placeholder 9">
            <a:extLst>
              <a:ext uri="{FF2B5EF4-FFF2-40B4-BE49-F238E27FC236}">
                <a16:creationId xmlns:a16="http://schemas.microsoft.com/office/drawing/2014/main" id="{FC066F37-C69F-EDC2-95DD-2590E881149D}"/>
              </a:ext>
            </a:extLst>
          </p:cNvPr>
          <p:cNvSpPr txBox="1">
            <a:spLocks noChangeArrowheads="1"/>
          </p:cNvSpPr>
          <p:nvPr/>
        </p:nvSpPr>
        <p:spPr bwMode="auto">
          <a:xfrm>
            <a:off x="11604625" y="6462713"/>
            <a:ext cx="320675" cy="10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lstStyle>
            <a:lvl1pPr defTabSz="765175">
              <a:defRPr>
                <a:solidFill>
                  <a:schemeClr val="tx1"/>
                </a:solidFill>
                <a:latin typeface="Arial" panose="020B0604020202020204" pitchFamily="34" charset="0"/>
              </a:defRPr>
            </a:lvl1pPr>
            <a:lvl2pPr marL="742950" indent="-285750" defTabSz="765175">
              <a:defRPr>
                <a:solidFill>
                  <a:schemeClr val="tx1"/>
                </a:solidFill>
                <a:latin typeface="Arial" panose="020B0604020202020204" pitchFamily="34" charset="0"/>
              </a:defRPr>
            </a:lvl2pPr>
            <a:lvl3pPr marL="1143000" indent="-228600" defTabSz="765175">
              <a:defRPr>
                <a:solidFill>
                  <a:schemeClr val="tx1"/>
                </a:solidFill>
                <a:latin typeface="Arial" panose="020B0604020202020204" pitchFamily="34" charset="0"/>
              </a:defRPr>
            </a:lvl3pPr>
            <a:lvl4pPr marL="1600200" indent="-228600" defTabSz="765175">
              <a:defRPr>
                <a:solidFill>
                  <a:schemeClr val="tx1"/>
                </a:solidFill>
                <a:latin typeface="Arial" panose="020B0604020202020204" pitchFamily="34" charset="0"/>
              </a:defRPr>
            </a:lvl4pPr>
            <a:lvl5pPr marL="2057400" indent="-228600" defTabSz="765175">
              <a:defRPr>
                <a:solidFill>
                  <a:schemeClr val="tx1"/>
                </a:solidFill>
                <a:latin typeface="Arial" panose="020B0604020202020204" pitchFamily="34" charset="0"/>
              </a:defRPr>
            </a:lvl5pPr>
            <a:lvl6pPr marL="2514600" indent="-228600" defTabSz="765175" eaLnBrk="0" fontAlgn="base" hangingPunct="0">
              <a:spcBef>
                <a:spcPct val="0"/>
              </a:spcBef>
              <a:spcAft>
                <a:spcPct val="0"/>
              </a:spcAft>
              <a:defRPr>
                <a:solidFill>
                  <a:schemeClr val="tx1"/>
                </a:solidFill>
                <a:latin typeface="Arial" panose="020B0604020202020204" pitchFamily="34" charset="0"/>
              </a:defRPr>
            </a:lvl6pPr>
            <a:lvl7pPr marL="2971800" indent="-228600" defTabSz="765175" eaLnBrk="0" fontAlgn="base" hangingPunct="0">
              <a:spcBef>
                <a:spcPct val="0"/>
              </a:spcBef>
              <a:spcAft>
                <a:spcPct val="0"/>
              </a:spcAft>
              <a:defRPr>
                <a:solidFill>
                  <a:schemeClr val="tx1"/>
                </a:solidFill>
                <a:latin typeface="Arial" panose="020B0604020202020204" pitchFamily="34" charset="0"/>
              </a:defRPr>
            </a:lvl7pPr>
            <a:lvl8pPr marL="3429000" indent="-228600" defTabSz="765175" eaLnBrk="0" fontAlgn="base" hangingPunct="0">
              <a:spcBef>
                <a:spcPct val="0"/>
              </a:spcBef>
              <a:spcAft>
                <a:spcPct val="0"/>
              </a:spcAft>
              <a:defRPr>
                <a:solidFill>
                  <a:schemeClr val="tx1"/>
                </a:solidFill>
                <a:latin typeface="Arial" panose="020B0604020202020204" pitchFamily="34" charset="0"/>
              </a:defRPr>
            </a:lvl8pPr>
            <a:lvl9pPr marL="3886200" indent="-228600" defTabSz="765175"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fld id="{1B2902C6-F55D-1F47-9342-D36335DF8952}" type="slidenum">
              <a:rPr lang="en-US" altLang="en-US" sz="1200">
                <a:solidFill>
                  <a:schemeClr val="bg1"/>
                </a:solidFill>
                <a:ea typeface="Open Sans" panose="020B0606030504020204" pitchFamily="34" charset="0"/>
                <a:cs typeface="Arial" panose="020B0604020202020204" pitchFamily="34" charset="0"/>
              </a:rPr>
              <a:pPr algn="ctr" eaLnBrk="1" hangingPunct="1"/>
              <a:t>7</a:t>
            </a:fld>
            <a:endParaRPr lang="en-US" altLang="en-US" sz="1200">
              <a:solidFill>
                <a:schemeClr val="bg1"/>
              </a:solidFill>
              <a:ea typeface="Open Sans" panose="020B0606030504020204" pitchFamily="34" charset="0"/>
              <a:cs typeface="Arial" panose="020B0604020202020204" pitchFamily="34" charset="0"/>
            </a:endParaRPr>
          </a:p>
        </p:txBody>
      </p:sp>
      <p:sp>
        <p:nvSpPr>
          <p:cNvPr id="26" name="Oval 25">
            <a:extLst>
              <a:ext uri="{FF2B5EF4-FFF2-40B4-BE49-F238E27FC236}">
                <a16:creationId xmlns:a16="http://schemas.microsoft.com/office/drawing/2014/main" id="{9CD9B5B7-6A73-2B80-7B20-EAACE32EA306}"/>
              </a:ext>
            </a:extLst>
          </p:cNvPr>
          <p:cNvSpPr/>
          <p:nvPr/>
        </p:nvSpPr>
        <p:spPr>
          <a:xfrm>
            <a:off x="11579225" y="6332538"/>
            <a:ext cx="371475" cy="373062"/>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chemeClr val="bg1"/>
              </a:solidFill>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2" fill="hold" nodeType="with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wipe(right)">
                                      <p:cBhvr>
                                        <p:cTn id="7"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188F92B-A1C6-591E-1D34-E39113CCE5E9}"/>
              </a:ext>
            </a:extLst>
          </p:cNvPr>
          <p:cNvSpPr>
            <a:spLocks noGrp="1"/>
          </p:cNvSpPr>
          <p:nvPr>
            <p:ph type="body" sz="quarter" idx="4294967295"/>
          </p:nvPr>
        </p:nvSpPr>
        <p:spPr>
          <a:xfrm>
            <a:off x="7237413" y="1709738"/>
            <a:ext cx="4954587" cy="4348162"/>
          </a:xfrm>
          <a:prstGeom prst="rect">
            <a:avLst/>
          </a:prstGeom>
        </p:spPr>
        <p:txBody>
          <a:bodyPr lIns="0" tIns="0" rIns="0" bIns="0"/>
          <a:lstStyle/>
          <a:p>
            <a:pPr marL="0" indent="0" fontAlgn="auto">
              <a:lnSpc>
                <a:spcPts val="3000"/>
              </a:lnSpc>
              <a:spcAft>
                <a:spcPts val="800"/>
              </a:spcAft>
              <a:buFont typeface="Arial" panose="020B0604020202020204" pitchFamily="34" charset="0"/>
              <a:buNone/>
              <a:defRPr/>
            </a:pPr>
            <a:endParaRPr lang="en-US" altLang="ja-JP" sz="3200">
              <a:solidFill>
                <a:srgbClr val="412D5D"/>
              </a:solidFill>
            </a:endParaRPr>
          </a:p>
          <a:p>
            <a:pPr marL="0" indent="0" fontAlgn="auto">
              <a:lnSpc>
                <a:spcPts val="3000"/>
              </a:lnSpc>
              <a:spcAft>
                <a:spcPts val="800"/>
              </a:spcAft>
              <a:buFont typeface="Arial" panose="020B0604020202020204" pitchFamily="34" charset="0"/>
              <a:buNone/>
              <a:defRPr/>
            </a:pPr>
            <a:endParaRPr lang="en-US" altLang="ja-JP" sz="3200">
              <a:solidFill>
                <a:srgbClr val="412D5D"/>
              </a:solidFill>
            </a:endParaRPr>
          </a:p>
          <a:p>
            <a:pPr marL="0" indent="0" fontAlgn="auto">
              <a:lnSpc>
                <a:spcPts val="3000"/>
              </a:lnSpc>
              <a:spcAft>
                <a:spcPts val="800"/>
              </a:spcAft>
              <a:buFont typeface="Arial" panose="020B0604020202020204" pitchFamily="34" charset="0"/>
              <a:buNone/>
              <a:defRPr/>
            </a:pPr>
            <a:r>
              <a:rPr lang="en-US" altLang="ja-JP" sz="3200">
                <a:solidFill>
                  <a:srgbClr val="412D5D"/>
                </a:solidFill>
              </a:rPr>
              <a:t>Do the classifications match your expectation? Do the patterns we found match what you already suspected? If yes — 90 days to production.</a:t>
            </a:r>
            <a:endParaRPr lang="en-US">
              <a:solidFill>
                <a:srgbClr val="000000"/>
              </a:solidFill>
            </a:endParaRPr>
          </a:p>
          <a:p>
            <a:pPr marL="0" indent="0" fontAlgn="auto">
              <a:lnSpc>
                <a:spcPts val="3000"/>
              </a:lnSpc>
              <a:spcAft>
                <a:spcPts val="800"/>
              </a:spcAft>
              <a:buFont typeface="Arial" panose="020B0604020202020204" pitchFamily="34" charset="0"/>
              <a:buNone/>
              <a:defRPr/>
            </a:pPr>
            <a:r>
              <a:rPr lang="en-US" altLang="ja-JP" sz="2000">
                <a:solidFill>
                  <a:schemeClr val="bg2">
                    <a:lumMod val="90000"/>
                  </a:schemeClr>
                </a:solidFill>
              </a:rPr>
              <a:t>- Team Captain America</a:t>
            </a:r>
          </a:p>
          <a:p>
            <a:pPr marL="0" indent="0" fontAlgn="auto">
              <a:spcAft>
                <a:spcPts val="800"/>
              </a:spcAft>
              <a:buFont typeface="Arial" panose="020B0604020202020204" pitchFamily="34" charset="0"/>
              <a:buNone/>
              <a:defRPr/>
            </a:pPr>
            <a:endParaRPr lang="en-US" altLang="ja-JP" sz="3200">
              <a:solidFill>
                <a:srgbClr val="412D5D"/>
              </a:solidFill>
            </a:endParaRPr>
          </a:p>
        </p:txBody>
      </p:sp>
      <p:pic>
        <p:nvPicPr>
          <p:cNvPr id="6" name="Picture 5">
            <a:extLst>
              <a:ext uri="{FF2B5EF4-FFF2-40B4-BE49-F238E27FC236}">
                <a16:creationId xmlns:a16="http://schemas.microsoft.com/office/drawing/2014/main" id="{BD7AAD21-9434-990E-539F-1BFDA63411F6}"/>
              </a:ext>
            </a:extLst>
          </p:cNvPr>
          <p:cNvPicPr>
            <a:picLocks noChangeAspect="1"/>
          </p:cNvPicPr>
          <p:nvPr/>
        </p:nvPicPr>
        <p:blipFill rotWithShape="1">
          <a:blip r:embed="rId3" cstate="email"/>
          <a:srcRect/>
          <a:stretch/>
        </p:blipFill>
        <p:spPr>
          <a:xfrm>
            <a:off x="-128114" y="0"/>
            <a:ext cx="6187858" cy="6858000"/>
          </a:xfrm>
          <a:prstGeom prst="rect">
            <a:avLst/>
          </a:prstGeom>
          <a:effectLst>
            <a:innerShdw blurRad="393700" dist="50800">
              <a:prstClr val="black">
                <a:alpha val="50000"/>
              </a:prstClr>
            </a:innerShdw>
            <a:reflection stA="45000" endPos="0" dist="50800" dir="5400000" sy="-100000" algn="bl" rotWithShape="0"/>
          </a:effectLst>
        </p:spPr>
      </p:pic>
      <p:grpSp>
        <p:nvGrpSpPr>
          <p:cNvPr id="8" name="Group 7">
            <a:extLst>
              <a:ext uri="{FF2B5EF4-FFF2-40B4-BE49-F238E27FC236}">
                <a16:creationId xmlns:a16="http://schemas.microsoft.com/office/drawing/2014/main" id="{1E3C0693-6108-812E-A188-68E769D4A8E6}"/>
              </a:ext>
            </a:extLst>
          </p:cNvPr>
          <p:cNvGrpSpPr/>
          <p:nvPr/>
        </p:nvGrpSpPr>
        <p:grpSpPr>
          <a:xfrm>
            <a:off x="6627813" y="1393424"/>
            <a:ext cx="1028700" cy="816376"/>
            <a:chOff x="7158017" y="923050"/>
            <a:chExt cx="1028700" cy="816376"/>
          </a:xfrm>
          <a:solidFill>
            <a:schemeClr val="accent1"/>
          </a:solidFill>
        </p:grpSpPr>
        <p:sp>
          <p:nvSpPr>
            <p:cNvPr id="5" name="Freeform 4">
              <a:extLst>
                <a:ext uri="{FF2B5EF4-FFF2-40B4-BE49-F238E27FC236}">
                  <a16:creationId xmlns:a16="http://schemas.microsoft.com/office/drawing/2014/main" id="{C3F12F08-9132-5827-C2F7-A9B244D33B96}"/>
                </a:ext>
              </a:extLst>
            </p:cNvPr>
            <p:cNvSpPr/>
            <p:nvPr/>
          </p:nvSpPr>
          <p:spPr>
            <a:xfrm>
              <a:off x="7775237" y="923050"/>
              <a:ext cx="411480" cy="816376"/>
            </a:xfrm>
            <a:custGeom>
              <a:avLst/>
              <a:gdLst>
                <a:gd name="connsiteX0" fmla="*/ 411480 w 411480"/>
                <a:gd name="connsiteY0" fmla="*/ 816376 h 816376"/>
                <a:gd name="connsiteX1" fmla="*/ 411480 w 411480"/>
                <a:gd name="connsiteY1" fmla="*/ 404896 h 816376"/>
                <a:gd name="connsiteX2" fmla="*/ 176731 w 411480"/>
                <a:gd name="connsiteY2" fmla="*/ 404896 h 816376"/>
                <a:gd name="connsiteX3" fmla="*/ 411480 w 411480"/>
                <a:gd name="connsiteY3" fmla="*/ 176525 h 816376"/>
                <a:gd name="connsiteX4" fmla="*/ 411480 w 411480"/>
                <a:gd name="connsiteY4" fmla="*/ 0 h 816376"/>
                <a:gd name="connsiteX5" fmla="*/ 0 w 411480"/>
                <a:gd name="connsiteY5" fmla="*/ 404896 h 816376"/>
                <a:gd name="connsiteX6" fmla="*/ 0 w 411480"/>
                <a:gd name="connsiteY6" fmla="*/ 404896 h 816376"/>
                <a:gd name="connsiteX7" fmla="*/ 0 w 411480"/>
                <a:gd name="connsiteY7" fmla="*/ 816376 h 816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1480" h="816376">
                  <a:moveTo>
                    <a:pt x="411480" y="816376"/>
                  </a:moveTo>
                  <a:lnTo>
                    <a:pt x="411480" y="404896"/>
                  </a:lnTo>
                  <a:lnTo>
                    <a:pt x="176731" y="404896"/>
                  </a:lnTo>
                  <a:cubicBezTo>
                    <a:pt x="180294" y="277792"/>
                    <a:pt x="284327" y="176587"/>
                    <a:pt x="411480" y="176525"/>
                  </a:cubicBezTo>
                  <a:lnTo>
                    <a:pt x="411480" y="0"/>
                  </a:lnTo>
                  <a:cubicBezTo>
                    <a:pt x="186773" y="-29"/>
                    <a:pt x="3596" y="180218"/>
                    <a:pt x="0" y="404896"/>
                  </a:cubicBezTo>
                  <a:lnTo>
                    <a:pt x="0" y="404896"/>
                  </a:lnTo>
                  <a:lnTo>
                    <a:pt x="0" y="816376"/>
                  </a:lnTo>
                  <a:close/>
                </a:path>
              </a:pathLst>
            </a:custGeom>
            <a:grpFill/>
            <a:ln w="20538" cap="flat">
              <a:noFill/>
              <a:prstDash val="solid"/>
              <a:miter/>
            </a:ln>
          </p:spPr>
          <p:txBody>
            <a:bodyPr rtlCol="0" anchor="ctr"/>
            <a:lstStyle/>
            <a:p>
              <a:endParaRPr lang="en-US"/>
            </a:p>
          </p:txBody>
        </p:sp>
        <p:sp>
          <p:nvSpPr>
            <p:cNvPr id="7" name="Freeform 6">
              <a:extLst>
                <a:ext uri="{FF2B5EF4-FFF2-40B4-BE49-F238E27FC236}">
                  <a16:creationId xmlns:a16="http://schemas.microsoft.com/office/drawing/2014/main" id="{B53A50B2-F66F-CEF8-4EF9-E0C97844E798}"/>
                </a:ext>
              </a:extLst>
            </p:cNvPr>
            <p:cNvSpPr/>
            <p:nvPr/>
          </p:nvSpPr>
          <p:spPr>
            <a:xfrm>
              <a:off x="7158017" y="923050"/>
              <a:ext cx="411480" cy="816376"/>
            </a:xfrm>
            <a:custGeom>
              <a:avLst/>
              <a:gdLst>
                <a:gd name="connsiteX0" fmla="*/ 411480 w 411480"/>
                <a:gd name="connsiteY0" fmla="*/ 816376 h 816376"/>
                <a:gd name="connsiteX1" fmla="*/ 411480 w 411480"/>
                <a:gd name="connsiteY1" fmla="*/ 404896 h 816376"/>
                <a:gd name="connsiteX2" fmla="*/ 176731 w 411480"/>
                <a:gd name="connsiteY2" fmla="*/ 404896 h 816376"/>
                <a:gd name="connsiteX3" fmla="*/ 411480 w 411480"/>
                <a:gd name="connsiteY3" fmla="*/ 176525 h 816376"/>
                <a:gd name="connsiteX4" fmla="*/ 411480 w 411480"/>
                <a:gd name="connsiteY4" fmla="*/ 0 h 816376"/>
                <a:gd name="connsiteX5" fmla="*/ 0 w 411480"/>
                <a:gd name="connsiteY5" fmla="*/ 404896 h 816376"/>
                <a:gd name="connsiteX6" fmla="*/ 0 w 411480"/>
                <a:gd name="connsiteY6" fmla="*/ 404896 h 816376"/>
                <a:gd name="connsiteX7" fmla="*/ 0 w 411480"/>
                <a:gd name="connsiteY7" fmla="*/ 816376 h 816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1480" h="816376">
                  <a:moveTo>
                    <a:pt x="411480" y="816376"/>
                  </a:moveTo>
                  <a:lnTo>
                    <a:pt x="411480" y="404896"/>
                  </a:lnTo>
                  <a:lnTo>
                    <a:pt x="176731" y="404896"/>
                  </a:lnTo>
                  <a:cubicBezTo>
                    <a:pt x="180294" y="277792"/>
                    <a:pt x="284326" y="176587"/>
                    <a:pt x="411480" y="176525"/>
                  </a:cubicBezTo>
                  <a:lnTo>
                    <a:pt x="411480" y="0"/>
                  </a:lnTo>
                  <a:cubicBezTo>
                    <a:pt x="186773" y="-29"/>
                    <a:pt x="3596" y="180218"/>
                    <a:pt x="0" y="404896"/>
                  </a:cubicBezTo>
                  <a:lnTo>
                    <a:pt x="0" y="404896"/>
                  </a:lnTo>
                  <a:lnTo>
                    <a:pt x="0" y="816376"/>
                  </a:lnTo>
                  <a:close/>
                </a:path>
              </a:pathLst>
            </a:custGeom>
            <a:grpFill/>
            <a:ln w="20538" cap="flat">
              <a:noFill/>
              <a:prstDash val="solid"/>
              <a:miter/>
            </a:ln>
          </p:spPr>
          <p:txBody>
            <a:bodyPr rtlCol="0" anchor="ctr"/>
            <a:lstStyle/>
            <a:p>
              <a:endParaRPr lang="en-US"/>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302683" y="241301"/>
            <a:ext cx="11584516" cy="521677"/>
          </a:xfrm>
        </p:spPr>
        <p:txBody>
          <a:bodyPr/>
          <a:lstStyle/>
          <a:p>
            <a:endParaRPr lang="en-US"/>
          </a:p>
        </p:txBody>
      </p:sp>
      <p:pic>
        <p:nvPicPr>
          <p:cNvPr id="4" name="Picture Placeholder 15" descr="A picture containing person, man  Description automatically generated">
            <a:extLst>
              <a:ext uri="{FF2B5EF4-FFF2-40B4-BE49-F238E27FC236}">
                <a16:creationId xmlns:a16="http://schemas.microsoft.com/office/drawing/2014/main" id="{229F0F6E-ABFE-9441-8286-097B176006DC}"/>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3470988" y="0"/>
            <a:ext cx="8721012" cy="6858000"/>
          </a:xfrm>
          <a:prstGeom prst="rect">
            <a:avLst/>
          </a:prstGeom>
        </p:spPr>
      </p:pic>
      <p:sp>
        <p:nvSpPr>
          <p:cNvPr id="5" name="Rectangle 4">
            <a:extLst>
              <a:ext uri="{FF2B5EF4-FFF2-40B4-BE49-F238E27FC236}">
                <a16:creationId xmlns:a16="http://schemas.microsoft.com/office/drawing/2014/main" id="{A9B7153A-18F8-4D4F-BD58-5554D3287BEC}"/>
              </a:ext>
            </a:extLst>
          </p:cNvPr>
          <p:cNvSpPr/>
          <p:nvPr/>
        </p:nvSpPr>
        <p:spPr>
          <a:xfrm flipH="1">
            <a:off x="-39696" y="0"/>
            <a:ext cx="3510684" cy="68580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rgbClr val="2E84BB"/>
                </a:solidFill>
                <a:latin typeface="Arial Regular" charset="0"/>
              </a:rPr>
              <a:t> </a:t>
            </a:r>
          </a:p>
        </p:txBody>
      </p:sp>
      <p:pic>
        <p:nvPicPr>
          <p:cNvPr id="6" name="Picture 5"/>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493594" y="3085989"/>
            <a:ext cx="2454879" cy="343011"/>
          </a:xfrm>
          <a:prstGeom prst="rect">
            <a:avLst/>
          </a:prstGeom>
        </p:spPr>
      </p:pic>
      <p:sp>
        <p:nvSpPr>
          <p:cNvPr id="7" name="Rectangle 6">
            <a:extLst>
              <a:ext uri="{FF2B5EF4-FFF2-40B4-BE49-F238E27FC236}">
                <a16:creationId xmlns:a16="http://schemas.microsoft.com/office/drawing/2014/main" id="{A9B7153A-18F8-4D4F-BD58-5554D3287BEC}"/>
              </a:ext>
            </a:extLst>
          </p:cNvPr>
          <p:cNvSpPr/>
          <p:nvPr/>
        </p:nvSpPr>
        <p:spPr>
          <a:xfrm flipH="1">
            <a:off x="3470988" y="0"/>
            <a:ext cx="8721010" cy="6858000"/>
          </a:xfrm>
          <a:prstGeom prst="rect">
            <a:avLst/>
          </a:prstGeom>
          <a:solidFill>
            <a:schemeClr val="bg2">
              <a:lumMod val="10000"/>
              <a:alpha val="57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rgbClr val="2E84BB"/>
                </a:solidFill>
                <a:latin typeface="Arial Regular" charset="0"/>
              </a:rPr>
              <a:t> </a:t>
            </a:r>
          </a:p>
        </p:txBody>
      </p:sp>
      <p:sp>
        <p:nvSpPr>
          <p:cNvPr id="8" name="Title 1">
            <a:extLst>
              <a:ext uri="{FF2B5EF4-FFF2-40B4-BE49-F238E27FC236}">
                <a16:creationId xmlns:a16="http://schemas.microsoft.com/office/drawing/2014/main" id="{1523027B-CB05-2A41-8A12-B58240D379F0}"/>
              </a:ext>
            </a:extLst>
          </p:cNvPr>
          <p:cNvSpPr txBox="1">
            <a:spLocks/>
          </p:cNvSpPr>
          <p:nvPr/>
        </p:nvSpPr>
        <p:spPr>
          <a:xfrm>
            <a:off x="6308038" y="2480925"/>
            <a:ext cx="5000000" cy="640584"/>
          </a:xfrm>
          <a:prstGeom prst="rect">
            <a:avLst/>
          </a:prstGeom>
        </p:spPr>
        <p:txBody>
          <a:bodyPr lIns="0" rIns="0"/>
          <a:lstStyle>
            <a:lvl1pPr algn="l" defTabSz="914400" rtl="0" eaLnBrk="1" latinLnBrk="0" hangingPunct="1">
              <a:lnSpc>
                <a:spcPct val="90000"/>
              </a:lnSpc>
              <a:spcBef>
                <a:spcPct val="0"/>
              </a:spcBef>
              <a:buNone/>
              <a:defRPr sz="2800" b="0" i="0" kern="1200">
                <a:solidFill>
                  <a:schemeClr val="accent1"/>
                </a:solidFill>
                <a:latin typeface="Arial" panose="020B0604020202020204" pitchFamily="34" charset="0"/>
                <a:ea typeface="+mj-ea"/>
                <a:cs typeface="Arial" panose="020B0604020202020204" pitchFamily="34" charset="0"/>
              </a:defRPr>
            </a:lvl1pPr>
          </a:lstStyle>
          <a:p>
            <a:pPr algn="ctr" fontAlgn="auto">
              <a:spcAft>
                <a:spcPts val="0"/>
              </a:spcAft>
            </a:pPr>
            <a:r>
              <a:rPr lang="en-US" sz="2800">
                <a:solidFill>
                  <a:schemeClr val="bg1"/>
                </a:solidFill>
              </a:rPr>
              <a:t>Team Captain America</a:t>
            </a:r>
          </a:p>
        </p:txBody>
      </p:sp>
      <p:cxnSp>
        <p:nvCxnSpPr>
          <p:cNvPr id="9" name="Straight Connector 8"/>
          <p:cNvCxnSpPr/>
          <p:nvPr/>
        </p:nvCxnSpPr>
        <p:spPr>
          <a:xfrm>
            <a:off x="7484906" y="3326364"/>
            <a:ext cx="693174" cy="0"/>
          </a:xfrm>
          <a:prstGeom prst="line">
            <a:avLst/>
          </a:prstGeom>
          <a:ln w="47625">
            <a:solidFill>
              <a:schemeClr val="accent3"/>
            </a:solidFill>
          </a:ln>
        </p:spPr>
        <p:style>
          <a:lnRef idx="1">
            <a:schemeClr val="accent1"/>
          </a:lnRef>
          <a:fillRef idx="0">
            <a:schemeClr val="accent1"/>
          </a:fillRef>
          <a:effectRef idx="0">
            <a:schemeClr val="accent1"/>
          </a:effectRef>
          <a:fontRef idx="minor">
            <a:schemeClr val="tx1"/>
          </a:fontRef>
        </p:style>
      </p:cxnSp>
      <p:sp>
        <p:nvSpPr>
          <p:cNvPr id="10" name="Text Placeholder 2">
            <a:extLst>
              <a:ext uri="{FF2B5EF4-FFF2-40B4-BE49-F238E27FC236}">
                <a16:creationId xmlns:a16="http://schemas.microsoft.com/office/drawing/2014/main" id="{72BDC0B6-F834-B748-8064-6ECB55943A4C}"/>
              </a:ext>
            </a:extLst>
          </p:cNvPr>
          <p:cNvSpPr txBox="1">
            <a:spLocks/>
          </p:cNvSpPr>
          <p:nvPr/>
        </p:nvSpPr>
        <p:spPr>
          <a:xfrm>
            <a:off x="6307973" y="4100726"/>
            <a:ext cx="5000000" cy="448906"/>
          </a:xfrm>
          <a:prstGeom prst="rect">
            <a:avLst/>
          </a:prstGeom>
        </p:spPr>
        <p:txBody>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lgn="ctr">
              <a:lnSpc>
                <a:spcPct val="100000"/>
              </a:lnSpc>
              <a:buNone/>
            </a:pPr>
            <a:r>
              <a:rPr lang="en-US" sz="1400" b="1">
                <a:solidFill>
                  <a:schemeClr val="bg1"/>
                </a:solidFill>
                <a:latin typeface="Arial" panose="020B0604020202020204" pitchFamily="34" charset="0"/>
                <a:ea typeface="Open Sans Semibold" charset="0"/>
                <a:cs typeface="Arial" panose="020B0604020202020204" pitchFamily="34" charset="0"/>
              </a:rPr>
              <a:t>Microsoft Practice Hackathon 2026</a:t>
            </a:r>
          </a:p>
          <a:p>
            <a:pPr marL="0" indent="0" algn="ctr">
              <a:lnSpc>
                <a:spcPct val="100000"/>
              </a:lnSpc>
              <a:buNone/>
            </a:pPr>
            <a:r>
              <a:rPr lang="en-US" sz="1400" b="1">
                <a:solidFill>
                  <a:schemeClr val="bg1"/>
                </a:solidFill>
                <a:latin typeface="Arial" panose="020B0604020202020204" pitchFamily="34" charset="0"/>
                <a:ea typeface="Open Sans Semibold" charset="0"/>
                <a:cs typeface="Arial" panose="020B0604020202020204" pitchFamily="34" charset="0"/>
              </a:rPr>
              <a:t>Azure AI Services | Azure AI Foundry | Agent Framework</a:t>
            </a:r>
            <a:endParaRPr lang="en-US" sz="1400" b="1" u="sng">
              <a:solidFill>
                <a:schemeClr val="bg1"/>
              </a:solidFill>
              <a:latin typeface="Arial" panose="020B0604020202020204" pitchFamily="34" charset="0"/>
              <a:ea typeface="Open Sans Semibold" charset="0"/>
              <a:cs typeface="Arial" panose="020B0604020202020204" pitchFamily="34" charset="0"/>
            </a:endParaRPr>
          </a:p>
        </p:txBody>
      </p:sp>
      <p:sp>
        <p:nvSpPr>
          <p:cNvPr id="11" name="Rectangle 10"/>
          <p:cNvSpPr/>
          <p:nvPr/>
        </p:nvSpPr>
        <p:spPr>
          <a:xfrm rot="2700000">
            <a:off x="3094573" y="2973649"/>
            <a:ext cx="705430" cy="70543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Regular" charset="0"/>
            </a:endParaRPr>
          </a:p>
        </p:txBody>
      </p:sp>
    </p:spTree>
    <p:extLst>
      <p:ext uri="{BB962C8B-B14F-4D97-AF65-F5344CB8AC3E}">
        <p14:creationId xmlns:p14="http://schemas.microsoft.com/office/powerpoint/2010/main" val="28053985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left)">
                                      <p:cBhvr>
                                        <p:cTn id="10" dur="500"/>
                                        <p:tgtEl>
                                          <p:spTgt spid="8"/>
                                        </p:tgtEl>
                                      </p:cBhvr>
                                    </p:animEffect>
                                  </p:childTnLst>
                                </p:cTn>
                              </p:par>
                            </p:childTnLst>
                          </p:cTn>
                        </p:par>
                        <p:par>
                          <p:cTn id="11" fill="hold">
                            <p:stCondLst>
                              <p:cond delay="500"/>
                            </p:stCondLst>
                            <p:childTnLst>
                              <p:par>
                                <p:cTn id="12" presetID="22" presetClass="entr" presetSubtype="8" fill="hold" nodeType="after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left)">
                                      <p:cBhvr>
                                        <p:cTn id="14"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Lst>
  </p:timing>
</p:sld>
</file>

<file path=ppt/theme/theme1.xml><?xml version="1.0" encoding="utf-8"?>
<a:theme xmlns:a="http://schemas.openxmlformats.org/drawingml/2006/main" name="Centric Purple-Gold Template">
  <a:themeElements>
    <a:clrScheme name="Custom 1">
      <a:dk1>
        <a:srgbClr val="232C3C"/>
      </a:dk1>
      <a:lt1>
        <a:srgbClr val="FFFFFF"/>
      </a:lt1>
      <a:dk2>
        <a:srgbClr val="404041"/>
      </a:dk2>
      <a:lt2>
        <a:srgbClr val="EBEBEB"/>
      </a:lt2>
      <a:accent1>
        <a:srgbClr val="2C1A5D"/>
      </a:accent1>
      <a:accent2>
        <a:srgbClr val="676869"/>
      </a:accent2>
      <a:accent3>
        <a:srgbClr val="FDB824"/>
      </a:accent3>
      <a:accent4>
        <a:srgbClr val="1F5D82"/>
      </a:accent4>
      <a:accent5>
        <a:srgbClr val="6CA7D0"/>
      </a:accent5>
      <a:accent6>
        <a:srgbClr val="2C83BB"/>
      </a:accent6>
      <a:hlink>
        <a:srgbClr val="1F5D82"/>
      </a:hlink>
      <a:folHlink>
        <a:srgbClr val="2C83BB"/>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lgn="l">
          <a:defRPr dirty="0" err="1" smtClean="0">
            <a:latin typeface="Arial" panose="020B0604020202020204" pitchFamily="34" charset="0"/>
            <a:ea typeface="Open Sans" panose="020B0606030504020204" pitchFamily="34" charset="0"/>
            <a:cs typeface="Arial" panose="020B0604020202020204" pitchFamily="34" charset="0"/>
          </a:defRPr>
        </a:defPPr>
      </a:lstStyle>
    </a:txDef>
  </a:objectDefaults>
  <a:extraClrSchemeLst/>
  <a:extLst>
    <a:ext uri="{05A4C25C-085E-4340-85A3-A5531E510DB2}">
      <thm15:themeFamily xmlns:thm15="http://schemas.microsoft.com/office/thememl/2012/main" name="Centric Slide Templates &amp; Design Tips Master Deck reduced.potx" id="{5F1A7840-C3B5-46E8-A733-78E098278918}" vid="{91584323-9596-42CF-A797-7C67E84D7C4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194FD8AEE7BAF469B35A7D444017B50" ma:contentTypeVersion="119" ma:contentTypeDescription="Create a new document." ma:contentTypeScope="" ma:versionID="903181ee0a040f2538693ba24c18d512">
  <xsd:schema xmlns:xsd="http://www.w3.org/2001/XMLSchema" xmlns:xs="http://www.w3.org/2001/XMLSchema" xmlns:p="http://schemas.microsoft.com/office/2006/metadata/properties" xmlns:ns1="http://schemas.microsoft.com/sharepoint/v3" xmlns:ns2="53a1ec65-2886-4eac-a182-6e884946765d" xmlns:ns3="4192e28c-0db7-4fc6-822b-2c8b23888c95" targetNamespace="http://schemas.microsoft.com/office/2006/metadata/properties" ma:root="true" ma:fieldsID="50742ccce69c9fce39f7bfa1dbb77b3b" ns1:_="" ns2:_="" ns3:_="">
    <xsd:import namespace="http://schemas.microsoft.com/sharepoint/v3"/>
    <xsd:import namespace="53a1ec65-2886-4eac-a182-6e884946765d"/>
    <xsd:import namespace="4192e28c-0db7-4fc6-822b-2c8b23888c95"/>
    <xsd:element name="properties">
      <xsd:complexType>
        <xsd:sequence>
          <xsd:element name="documentManagement">
            <xsd:complexType>
              <xsd:all>
                <xsd:element ref="ns2:Doc_x0020_Category" minOccurs="0"/>
                <xsd:element ref="ns3:Doc_x0020_Type"/>
                <xsd:element ref="ns3:Template" minOccurs="0"/>
                <xsd:element ref="ns3:Contact" minOccurs="0"/>
                <xsd:element ref="ns2:Description0" minOccurs="0"/>
                <xsd:element ref="ns3:Type_x0020_of_x0020_Work" minOccurs="0"/>
                <xsd:element ref="ns2:Project_x0020_Name" minOccurs="0"/>
                <xsd:element ref="ns2:Project_x0020_Won" minOccurs="0"/>
                <xsd:element ref="ns3:Date_x0020_work_x0020_performed" minOccurs="0"/>
                <xsd:element ref="ns2:Revenue" minOccurs="0"/>
                <xsd:element ref="ns3:Client_x0020_Name_x002f_Logo_x0020_Use" minOccurs="0"/>
                <xsd:element ref="ns3:Internal_x0020_Use_x0020_Only" minOccurs="0"/>
                <xsd:element ref="ns2:On_x0020_Website" minOccurs="0"/>
                <xsd:element ref="ns2:Proposal_x0020_Type" minOccurs="0"/>
                <xsd:element ref="ns3:Archive" minOccurs="0"/>
                <xsd:element ref="ns3:Date_x0020_Last_x0020_Reviewed" minOccurs="0"/>
                <xsd:element ref="ns2:AverageRating" minOccurs="0"/>
                <xsd:element ref="ns2:RatingCount" minOccurs="0"/>
                <xsd:element ref="ns2:LikesCount" minOccurs="0"/>
                <xsd:element ref="ns2:Notes1" minOccurs="0"/>
                <xsd:element ref="ns3:Sub_x0020_Doc_x0020_Type" minOccurs="0"/>
                <xsd:element ref="ns2:MediaServiceFastMetadata" minOccurs="0"/>
                <xsd:element ref="ns1:RatedBy" minOccurs="0"/>
                <xsd:element ref="ns1:Ratings" minOccurs="0"/>
                <xsd:element ref="ns1:LikedBy"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2:md9cfbeafea54992b73a321cc8a8e74f" minOccurs="0"/>
                <xsd:element ref="ns3:TaxCatchAll" minOccurs="0"/>
                <xsd:element ref="ns2:h6db9ed0e21c49ba819a0b8fb1c6bc65" minOccurs="0"/>
                <xsd:element ref="ns2:e66cca99996a4fc0b280cc25779169a7" minOccurs="0"/>
                <xsd:element ref="ns2:jcd5a4c17b1c4bebbe431bd583061bbf" minOccurs="0"/>
                <xsd:element ref="ns3:SharedWithUsers" minOccurs="0"/>
                <xsd:element ref="ns3:SharedWithDetails" minOccurs="0"/>
                <xsd:element ref="ns2:MediaServiceMetadata" minOccurs="0"/>
                <xsd:element ref="ns2:MediaServiceDateTaken" minOccurs="0"/>
                <xsd:element ref="ns2:MediaLengthInSeconds" minOccurs="0"/>
                <xsd:element ref="ns2:MediaServiceLocation" minOccurs="0"/>
                <xsd:element ref="ns2:lcf76f155ced4ddcb4097134ff3c332f"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RatedBy" ma:index="33" nillable="true" ma:displayName="Rated By" ma:description="Users rated the item." ma:hidden="true" ma:list="UserInfo" ma:internalName="RatedBy">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Ratings" ma:index="34" nillable="true" ma:displayName="User ratings" ma:description="User ratings for the item" ma:hidden="true" ma:internalName="Ratings">
      <xsd:simpleType>
        <xsd:restriction base="dms:Note"/>
      </xsd:simpleType>
    </xsd:element>
    <xsd:element name="LikedBy" ma:index="35" nillable="true" ma:displayName="Liked By" ma:hidden="true" ma:list="UserInfo" ma:internalName="LikedBy">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53a1ec65-2886-4eac-a182-6e884946765d" elementFormDefault="qualified">
    <xsd:import namespace="http://schemas.microsoft.com/office/2006/documentManagement/types"/>
    <xsd:import namespace="http://schemas.microsoft.com/office/infopath/2007/PartnerControls"/>
    <xsd:element name="Doc_x0020_Category" ma:index="1" nillable="true" ma:displayName="Doc Category" ma:format="Dropdown" ma:indexed="true" ma:internalName="Doc_x0020_Category">
      <xsd:simpleType>
        <xsd:restriction base="dms:Choice">
          <xsd:enumeration value="Account Management"/>
          <xsd:enumeration value="Branding"/>
          <xsd:enumeration value="Business Development"/>
          <xsd:enumeration value="Corporate"/>
          <xsd:enumeration value="Delivery Artifact"/>
          <xsd:enumeration value="Industry Research"/>
          <xsd:enumeration value="Marketing"/>
        </xsd:restriction>
      </xsd:simpleType>
    </xsd:element>
    <xsd:element name="Description0" ma:index="9" nillable="true" ma:displayName="Description" ma:internalName="Description0" ma:readOnly="false">
      <xsd:simpleType>
        <xsd:restriction base="dms:Note">
          <xsd:maxLength value="255"/>
        </xsd:restriction>
      </xsd:simpleType>
    </xsd:element>
    <xsd:element name="Project_x0020_Name" ma:index="11" nillable="true" ma:displayName="Project Name" ma:internalName="Project_x0020_Name" ma:readOnly="false">
      <xsd:simpleType>
        <xsd:restriction base="dms:Text">
          <xsd:maxLength value="255"/>
        </xsd:restriction>
      </xsd:simpleType>
    </xsd:element>
    <xsd:element name="Project_x0020_Won" ma:index="12" nillable="true" ma:displayName="Project Won" ma:format="Dropdown" ma:internalName="Project_x0020_Won">
      <xsd:simpleType>
        <xsd:restriction base="dms:Choice">
          <xsd:enumeration value="Yes"/>
          <xsd:enumeration value="No"/>
          <xsd:enumeration value="Pending"/>
          <xsd:enumeration value="N/A"/>
        </xsd:restriction>
      </xsd:simpleType>
    </xsd:element>
    <xsd:element name="Revenue" ma:index="14" nillable="true" ma:displayName="Revenue" ma:indexed="true" ma:LCID="1033" ma:internalName="Revenue" ma:readOnly="false">
      <xsd:simpleType>
        <xsd:restriction base="dms:Currency"/>
      </xsd:simpleType>
    </xsd:element>
    <xsd:element name="On_x0020_Website" ma:index="17" nillable="true" ma:displayName="On Website" ma:format="Dropdown" ma:internalName="On_x0020_Website">
      <xsd:simpleType>
        <xsd:restriction base="dms:Choice">
          <xsd:enumeration value="Yes"/>
          <xsd:enumeration value="No"/>
          <xsd:enumeration value="N/A"/>
        </xsd:restriction>
      </xsd:simpleType>
    </xsd:element>
    <xsd:element name="Proposal_x0020_Type" ma:index="18" nillable="true" ma:displayName="Proposal Type" ma:format="Dropdown" ma:internalName="Proposal_x0020_Type" ma:readOnly="false">
      <xsd:simpleType>
        <xsd:restriction base="dms:Choice">
          <xsd:enumeration value="RFP"/>
          <xsd:enumeration value="RFQ"/>
          <xsd:enumeration value="RFI"/>
          <xsd:enumeration value="N/A"/>
        </xsd:restriction>
      </xsd:simpleType>
    </xsd:element>
    <xsd:element name="AverageRating" ma:index="21" nillable="true" ma:displayName="Rating (0-5)" ma:decimals="2" ma:description="Average value of all the ratings that have been submitted" ma:internalName="AverageRating" ma:readOnly="false" ma:percentage="FALSE">
      <xsd:simpleType>
        <xsd:restriction base="dms:Number"/>
      </xsd:simpleType>
    </xsd:element>
    <xsd:element name="RatingCount" ma:index="22" nillable="true" ma:displayName="Number of Ratings" ma:decimals="0" ma:description="Number of ratings submitted" ma:internalName="RatingCount" ma:readOnly="false" ma:percentage="FALSE">
      <xsd:simpleType>
        <xsd:restriction base="dms:Number"/>
      </xsd:simpleType>
    </xsd:element>
    <xsd:element name="LikesCount" ma:index="23" nillable="true" ma:displayName="Like" ma:internalName="LikesCount" ma:readOnly="false">
      <xsd:simpleType>
        <xsd:restriction base="dms:Unknown"/>
      </xsd:simpleType>
    </xsd:element>
    <xsd:element name="Notes1" ma:index="24" nillable="true" ma:displayName="Notes" ma:internalName="Notes0" ma:readOnly="false">
      <xsd:simpleType>
        <xsd:restriction base="dms:Note">
          <xsd:maxLength value="255"/>
        </xsd:restriction>
      </xsd:simpleType>
    </xsd:element>
    <xsd:element name="MediaServiceFastMetadata" ma:index="30" nillable="true" ma:displayName="MediaServiceFastMetadata" ma:hidden="true" ma:internalName="MediaServiceFastMetadata" ma:readOnly="true">
      <xsd:simpleType>
        <xsd:restriction base="dms:Note"/>
      </xsd:simpleType>
    </xsd:element>
    <xsd:element name="MediaServiceAutoTags" ma:index="36" nillable="true" ma:displayName="Tags" ma:internalName="MediaServiceAutoTags" ma:readOnly="true">
      <xsd:simpleType>
        <xsd:restriction base="dms:Text"/>
      </xsd:simpleType>
    </xsd:element>
    <xsd:element name="MediaServiceOCR" ma:index="37" nillable="true" ma:displayName="Extracted Text" ma:internalName="MediaServiceOCR" ma:readOnly="true">
      <xsd:simpleType>
        <xsd:restriction base="dms:Note">
          <xsd:maxLength value="255"/>
        </xsd:restriction>
      </xsd:simpleType>
    </xsd:element>
    <xsd:element name="MediaServiceGenerationTime" ma:index="38" nillable="true" ma:displayName="MediaServiceGenerationTime" ma:hidden="true" ma:internalName="MediaServiceGenerationTime" ma:readOnly="true">
      <xsd:simpleType>
        <xsd:restriction base="dms:Text"/>
      </xsd:simpleType>
    </xsd:element>
    <xsd:element name="MediaServiceEventHashCode" ma:index="39" nillable="true" ma:displayName="MediaServiceEventHashCode" ma:hidden="true" ma:internalName="MediaServiceEventHashCode" ma:readOnly="true">
      <xsd:simpleType>
        <xsd:restriction base="dms:Text"/>
      </xsd:simpleType>
    </xsd:element>
    <xsd:element name="MediaServiceAutoKeyPoints" ma:index="40" nillable="true" ma:displayName="MediaServiceAutoKeyPoints" ma:hidden="true" ma:internalName="MediaServiceAutoKeyPoints" ma:readOnly="true">
      <xsd:simpleType>
        <xsd:restriction base="dms:Note"/>
      </xsd:simpleType>
    </xsd:element>
    <xsd:element name="MediaServiceKeyPoints" ma:index="41" nillable="true" ma:displayName="KeyPoints" ma:internalName="MediaServiceKeyPoints" ma:readOnly="true">
      <xsd:simpleType>
        <xsd:restriction base="dms:Note">
          <xsd:maxLength value="255"/>
        </xsd:restriction>
      </xsd:simpleType>
    </xsd:element>
    <xsd:element name="md9cfbeafea54992b73a321cc8a8e74f" ma:index="42" ma:taxonomy="true" ma:internalName="md9cfbeafea54992b73a321cc8a8e74f" ma:taxonomyFieldName="BU_x002d_M" ma:displayName="Business Unit" ma:default="" ma:fieldId="{6d9cfbea-fea5-4992-b73a-321cc8a8e74f}" ma:sspId="75c6dcfc-e893-44e2-9c09-b060e3e0da96" ma:termSetId="8f39639b-e973-4bc2-a268-bf6dd6b57822" ma:anchorId="00000000-0000-0000-0000-000000000000" ma:open="false" ma:isKeyword="false">
      <xsd:complexType>
        <xsd:sequence>
          <xsd:element ref="pc:Terms" minOccurs="0" maxOccurs="1"/>
        </xsd:sequence>
      </xsd:complexType>
    </xsd:element>
    <xsd:element name="h6db9ed0e21c49ba819a0b8fb1c6bc65" ma:index="44" ma:taxonomy="true" ma:internalName="h6db9ed0e21c49ba819a0b8fb1c6bc65" ma:taxonomyFieldName="SO_x002d_M" ma:displayName="Service Offerings" ma:default="" ma:fieldId="{16db9ed0-e21c-49ba-819a-0b8fb1c6bc65}" ma:taxonomyMulti="true" ma:sspId="75c6dcfc-e893-44e2-9c09-b060e3e0da96" ma:termSetId="6932df23-45a7-4481-ac26-6ffb6899dd16" ma:anchorId="00000000-0000-0000-0000-000000000000" ma:open="false" ma:isKeyword="false">
      <xsd:complexType>
        <xsd:sequence>
          <xsd:element ref="pc:Terms" minOccurs="0" maxOccurs="1"/>
        </xsd:sequence>
      </xsd:complexType>
    </xsd:element>
    <xsd:element name="e66cca99996a4fc0b280cc25779169a7" ma:index="45" ma:taxonomy="true" ma:internalName="e66cca99996a4fc0b280cc25779169a7" ma:taxonomyFieldName="IV_x002d_M" ma:displayName="Industry Vertical" ma:default="" ma:fieldId="{e66cca99-996a-4fc0-b280-cc25779169a7}" ma:sspId="75c6dcfc-e893-44e2-9c09-b060e3e0da96" ma:termSetId="71b0f7e7-2a78-49da-9e3b-273ce14198b8" ma:anchorId="00000000-0000-0000-0000-000000000000" ma:open="false" ma:isKeyword="false">
      <xsd:complexType>
        <xsd:sequence>
          <xsd:element ref="pc:Terms" minOccurs="0" maxOccurs="1"/>
        </xsd:sequence>
      </xsd:complexType>
    </xsd:element>
    <xsd:element name="jcd5a4c17b1c4bebbe431bd583061bbf" ma:index="47" nillable="true" ma:taxonomy="true" ma:internalName="jcd5a4c17b1c4bebbe431bd583061bbf" ma:taxonomyFieldName="Client_x002d_M" ma:displayName="Client" ma:default="" ma:fieldId="{3cd5a4c1-7b1c-4beb-be43-1bd583061bbf}" ma:sspId="75c6dcfc-e893-44e2-9c09-b060e3e0da96" ma:termSetId="77607808-16d8-4727-8084-d516bd58e178" ma:anchorId="00000000-0000-0000-0000-000000000000" ma:open="false" ma:isKeyword="false">
      <xsd:complexType>
        <xsd:sequence>
          <xsd:element ref="pc:Terms" minOccurs="0" maxOccurs="1"/>
        </xsd:sequence>
      </xsd:complexType>
    </xsd:element>
    <xsd:element name="MediaServiceMetadata" ma:index="50" nillable="true" ma:displayName="MediaServiceMetadata" ma:hidden="true" ma:internalName="MediaServiceMetadata" ma:readOnly="true">
      <xsd:simpleType>
        <xsd:restriction base="dms:Note"/>
      </xsd:simpleType>
    </xsd:element>
    <xsd:element name="MediaServiceDateTaken" ma:index="51" nillable="true" ma:displayName="MediaServiceDateTaken" ma:hidden="true" ma:internalName="MediaServiceDateTaken" ma:readOnly="true">
      <xsd:simpleType>
        <xsd:restriction base="dms:Text"/>
      </xsd:simpleType>
    </xsd:element>
    <xsd:element name="MediaLengthInSeconds" ma:index="52" nillable="true" ma:displayName="Length (seconds)" ma:internalName="MediaLengthInSeconds" ma:readOnly="true">
      <xsd:simpleType>
        <xsd:restriction base="dms:Unknown"/>
      </xsd:simpleType>
    </xsd:element>
    <xsd:element name="MediaServiceLocation" ma:index="53" nillable="true" ma:displayName="Location" ma:internalName="MediaServiceLocation" ma:readOnly="true">
      <xsd:simpleType>
        <xsd:restriction base="dms:Text"/>
      </xsd:simpleType>
    </xsd:element>
    <xsd:element name="lcf76f155ced4ddcb4097134ff3c332f" ma:index="55" nillable="true" ma:taxonomy="true" ma:internalName="lcf76f155ced4ddcb4097134ff3c332f" ma:taxonomyFieldName="MediaServiceImageTags" ma:displayName="Image Tags" ma:readOnly="false" ma:fieldId="{5cf76f15-5ced-4ddc-b409-7134ff3c332f}" ma:taxonomyMulti="true" ma:sspId="75c6dcfc-e893-44e2-9c09-b060e3e0da96"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56" nillable="true" ma:displayName="MediaServiceObjectDetectorVersions" ma:hidden="true" ma:indexed="true" ma:internalName="MediaServiceObjectDetectorVersions" ma:readOnly="true">
      <xsd:simpleType>
        <xsd:restriction base="dms:Text"/>
      </xsd:simpleType>
    </xsd:element>
    <xsd:element name="MediaServiceSearchProperties" ma:index="57"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192e28c-0db7-4fc6-822b-2c8b23888c95" elementFormDefault="qualified">
    <xsd:import namespace="http://schemas.microsoft.com/office/2006/documentManagement/types"/>
    <xsd:import namespace="http://schemas.microsoft.com/office/infopath/2007/PartnerControls"/>
    <xsd:element name="Doc_x0020_Type" ma:index="2" ma:displayName="Doc Type" ma:format="Dropdown" ma:indexed="true" ma:internalName="Doc_x0020_Type" ma:readOnly="false">
      <xsd:simpleType>
        <xsd:restriction base="dms:Choice">
          <xsd:enumeration value="BD Assets"/>
          <xsd:enumeration value="Blog Post"/>
          <xsd:enumeration value="Brand Guidelines"/>
          <xsd:enumeration value="Case Studies"/>
          <xsd:enumeration value="Certificate of Insurance"/>
          <xsd:enumeration value="Client Engagement Artifacts"/>
          <xsd:enumeration value="Client Intro Deck"/>
          <xsd:enumeration value="Client Stories"/>
          <xsd:enumeration value="Delivery Excellence Template"/>
          <xsd:enumeration value="Editable SOW"/>
          <xsd:enumeration value="Fonts"/>
          <xsd:enumeration value="Gartner"/>
          <xsd:enumeration value="IT Policies"/>
          <xsd:enumeration value="IT Support Artifacts"/>
          <xsd:enumeration value="Leadership Profiles"/>
          <xsd:enumeration value="Legal Templates"/>
          <xsd:enumeration value="Logo"/>
          <xsd:enumeration value="Marketing Templates"/>
          <xsd:enumeration value="Marketing Collateral"/>
          <xsd:enumeration value="Marketing Resources"/>
          <xsd:enumeration value="One Pager"/>
          <xsd:enumeration value="One Pager Questionnaire"/>
          <xsd:enumeration value="Partnership Resources"/>
          <xsd:enumeration value="Proposals"/>
          <xsd:enumeration value="Resumes"/>
          <xsd:enumeration value="Role Resources"/>
          <xsd:enumeration value="Sales Guide"/>
        </xsd:restriction>
      </xsd:simpleType>
    </xsd:element>
    <xsd:element name="Template" ma:index="3" nillable="true" ma:displayName="Template" ma:default="0" ma:indexed="true" ma:internalName="Template" ma:readOnly="false">
      <xsd:simpleType>
        <xsd:restriction base="dms:Boolean"/>
      </xsd:simpleType>
    </xsd:element>
    <xsd:element name="Contact" ma:index="8" nillable="true" ma:displayName="Centric Contact" ma:list="UserInfo" ma:SharePointGroup="0" ma:internalName="Contact" ma:readOnly="false"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Type_x0020_of_x0020_Work" ma:index="10" nillable="true" ma:displayName="Type of Work" ma:internalName="Type_x0020_of_x0020_Work" ma:readOnly="false">
      <xsd:simpleType>
        <xsd:restriction base="dms:Text">
          <xsd:maxLength value="255"/>
        </xsd:restriction>
      </xsd:simpleType>
    </xsd:element>
    <xsd:element name="Date_x0020_work_x0020_performed" ma:index="13" nillable="true" ma:displayName="Date work performed" ma:format="DateOnly" ma:indexed="true" ma:internalName="Date_x0020_work_x0020_performed" ma:readOnly="false">
      <xsd:simpleType>
        <xsd:restriction base="dms:DateTime"/>
      </xsd:simpleType>
    </xsd:element>
    <xsd:element name="Client_x0020_Name_x002f_Logo_x0020_Use" ma:index="15" nillable="true" ma:displayName="Client Name/Logo Use" ma:format="Dropdown" ma:indexed="true" ma:internalName="Client_x0020_Name_x002F_Logo_x0020_Use">
      <xsd:simpleType>
        <xsd:restriction base="dms:Choice">
          <xsd:enumeration value="Yes"/>
          <xsd:enumeration value="No"/>
          <xsd:enumeration value="N/A"/>
        </xsd:restriction>
      </xsd:simpleType>
    </xsd:element>
    <xsd:element name="Internal_x0020_Use_x0020_Only" ma:index="16" nillable="true" ma:displayName="Internal Use Only" ma:format="Dropdown" ma:internalName="Internal_x0020_Use_x0020_Only">
      <xsd:simpleType>
        <xsd:restriction base="dms:Choice">
          <xsd:enumeration value="Yes"/>
          <xsd:enumeration value="No"/>
          <xsd:enumeration value="Special Instruction"/>
          <xsd:enumeration value="N/A"/>
        </xsd:restriction>
      </xsd:simpleType>
    </xsd:element>
    <xsd:element name="Archive" ma:index="19" nillable="true" ma:displayName="Archive" ma:default="0" ma:internalName="Archive" ma:readOnly="false">
      <xsd:simpleType>
        <xsd:restriction base="dms:Boolean"/>
      </xsd:simpleType>
    </xsd:element>
    <xsd:element name="Date_x0020_Last_x0020_Reviewed" ma:index="20" nillable="true" ma:displayName="Date Last Reviewed" ma:format="DateOnly" ma:indexed="true" ma:internalName="Date_x0020_Last_x0020_Reviewed" ma:readOnly="false">
      <xsd:simpleType>
        <xsd:restriction base="dms:DateTime"/>
      </xsd:simpleType>
    </xsd:element>
    <xsd:element name="Sub_x0020_Doc_x0020_Type" ma:index="25" nillable="true" ma:displayName="Sub Doc Type" ma:internalName="Sub_x0020_Doc_x0020_Type" ma:readOnly="false">
      <xsd:simpleType>
        <xsd:restriction base="dms:Text">
          <xsd:maxLength value="255"/>
        </xsd:restriction>
      </xsd:simpleType>
    </xsd:element>
    <xsd:element name="TaxCatchAll" ma:index="43" nillable="true" ma:displayName="Taxonomy Catch All Column" ma:hidden="true" ma:list="{e3d59340-6dea-49d3-ab19-bddb8f72ec43}" ma:internalName="TaxCatchAll" ma:showField="CatchAllData" ma:web="4192e28c-0db7-4fc6-822b-2c8b23888c95">
      <xsd:complexType>
        <xsd:complexContent>
          <xsd:extension base="dms:MultiChoiceLookup">
            <xsd:sequence>
              <xsd:element name="Value" type="dms:Lookup" maxOccurs="unbounded" minOccurs="0" nillable="true"/>
            </xsd:sequence>
          </xsd:extension>
        </xsd:complexContent>
      </xsd:complexType>
    </xsd:element>
    <xsd:element name="SharedWithUsers" ma:index="4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4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32" ma:displayName="Content Type"/>
        <xsd:element ref="dc:title" minOccurs="0" maxOccurs="1" ma:index="26"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4192e28c-0db7-4fc6-822b-2c8b23888c95">
      <Value>5</Value>
      <Value>11</Value>
      <Value>9</Value>
    </TaxCatchAll>
    <lcf76f155ced4ddcb4097134ff3c332f xmlns="53a1ec65-2886-4eac-a182-6e884946765d">
      <Terms xmlns="http://schemas.microsoft.com/office/infopath/2007/PartnerControls"/>
    </lcf76f155ced4ddcb4097134ff3c332f>
    <Project_x0020_Won xmlns="53a1ec65-2886-4eac-a182-6e884946765d" xsi:nil="true"/>
    <RatingCount xmlns="53a1ec65-2886-4eac-a182-6e884946765d" xsi:nil="true"/>
    <Date_x0020_work_x0020_performed xmlns="4192e28c-0db7-4fc6-822b-2c8b23888c95" xsi:nil="true"/>
    <Notes1 xmlns="53a1ec65-2886-4eac-a182-6e884946765d">&lt;div class="ExternalClass33D9A4C2357C4DBFB0BE495500CD7EFE"&gt;This deck serves as both a visual guide and a tool to help you streamline and simplify the process of creating presentations. Updated 8/4/2023.&lt;/div&gt;</Notes1>
    <Sub_x0020_Doc_x0020_Type xmlns="4192e28c-0db7-4fc6-822b-2c8b23888c95" xsi:nil="true"/>
    <On_x0020_Website xmlns="53a1ec65-2886-4eac-a182-6e884946765d" xsi:nil="true"/>
    <Proposal_x0020_Type xmlns="53a1ec65-2886-4eac-a182-6e884946765d" xsi:nil="true"/>
    <e66cca99996a4fc0b280cc25779169a7 xmlns="53a1ec65-2886-4eac-a182-6e884946765d">
      <Terms xmlns="http://schemas.microsoft.com/office/infopath/2007/PartnerControls">
        <TermInfo xmlns="http://schemas.microsoft.com/office/infopath/2007/PartnerControls">
          <TermName xmlns="http://schemas.microsoft.com/office/infopath/2007/PartnerControls">N/A</TermName>
          <TermId xmlns="http://schemas.microsoft.com/office/infopath/2007/PartnerControls">6c3b1bc7-8281-4584-84f1-349a5e70d1c1</TermId>
        </TermInfo>
      </Terms>
    </e66cca99996a4fc0b280cc25779169a7>
    <jcd5a4c17b1c4bebbe431bd583061bbf xmlns="53a1ec65-2886-4eac-a182-6e884946765d">
      <Terms xmlns="http://schemas.microsoft.com/office/infopath/2007/PartnerControls"/>
    </jcd5a4c17b1c4bebbe431bd583061bbf>
    <Type_x0020_of_x0020_Work xmlns="4192e28c-0db7-4fc6-822b-2c8b23888c95" xsi:nil="true"/>
    <Ratings xmlns="http://schemas.microsoft.com/sharepoint/v3" xsi:nil="true"/>
    <Internal_x0020_Use_x0020_Only xmlns="4192e28c-0db7-4fc6-822b-2c8b23888c95" xsi:nil="true"/>
    <Archive xmlns="4192e28c-0db7-4fc6-822b-2c8b23888c95">false</Archive>
    <LikesCount xmlns="53a1ec65-2886-4eac-a182-6e884946765d" xsi:nil="true"/>
    <md9cfbeafea54992b73a321cc8a8e74f xmlns="53a1ec65-2886-4eac-a182-6e884946765d">
      <Terms xmlns="http://schemas.microsoft.com/office/infopath/2007/PartnerControls">
        <TermInfo xmlns="http://schemas.microsoft.com/office/infopath/2007/PartnerControls">
          <TermName xmlns="http://schemas.microsoft.com/office/infopath/2007/PartnerControls">N/A</TermName>
          <TermId xmlns="http://schemas.microsoft.com/office/infopath/2007/PartnerControls">c93c7d33-27da-4554-ada2-4221bcedd5b0</TermId>
        </TermInfo>
      </Terms>
    </md9cfbeafea54992b73a321cc8a8e74f>
    <LikedBy xmlns="http://schemas.microsoft.com/sharepoint/v3">
      <UserInfo>
        <DisplayName/>
        <AccountId xsi:nil="true"/>
        <AccountType/>
      </UserInfo>
    </LikedBy>
    <Description0 xmlns="53a1ec65-2886-4eac-a182-6e884946765d">This deck serves as both a visual guide and a tool to help you streamline and simplify the process of creating presentations. Updated 8/4/2023.</Description0>
    <Doc_x0020_Type xmlns="4192e28c-0db7-4fc6-822b-2c8b23888c95">Marketing Templates</Doc_x0020_Type>
    <Revenue xmlns="53a1ec65-2886-4eac-a182-6e884946765d" xsi:nil="true"/>
    <AverageRating xmlns="53a1ec65-2886-4eac-a182-6e884946765d" xsi:nil="true"/>
    <h6db9ed0e21c49ba819a0b8fb1c6bc65 xmlns="53a1ec65-2886-4eac-a182-6e884946765d">
      <Terms xmlns="http://schemas.microsoft.com/office/infopath/2007/PartnerControls">
        <TermInfo xmlns="http://schemas.microsoft.com/office/infopath/2007/PartnerControls">
          <TermName xmlns="http://schemas.microsoft.com/office/infopath/2007/PartnerControls">N/A</TermName>
          <TermId xmlns="http://schemas.microsoft.com/office/infopath/2007/PartnerControls">12470895-408e-48c8-8c94-97dea53b8147</TermId>
        </TermInfo>
      </Terms>
    </h6db9ed0e21c49ba819a0b8fb1c6bc65>
    <Template xmlns="4192e28c-0db7-4fc6-822b-2c8b23888c95">true</Template>
    <Doc_x0020_Category xmlns="53a1ec65-2886-4eac-a182-6e884946765d">Marketing Collateral</Doc_x0020_Category>
    <Project_x0020_Name xmlns="53a1ec65-2886-4eac-a182-6e884946765d" xsi:nil="true"/>
    <Client_x0020_Name_x002f_Logo_x0020_Use xmlns="4192e28c-0db7-4fc6-822b-2c8b23888c95" xsi:nil="true"/>
    <Date_x0020_Last_x0020_Reviewed xmlns="4192e28c-0db7-4fc6-822b-2c8b23888c95" xsi:nil="true"/>
    <Contact xmlns="4192e28c-0db7-4fc6-822b-2c8b23888c95">
      <UserInfo>
        <DisplayName>Julie Cornoni</DisplayName>
        <AccountId>2663</AccountId>
        <AccountType/>
      </UserInfo>
    </Contact>
    <RatedBy xmlns="http://schemas.microsoft.com/sharepoint/v3">
      <UserInfo>
        <DisplayName/>
        <AccountId xsi:nil="true"/>
        <AccountType/>
      </UserInfo>
    </RatedBy>
    <SharedWithUsers xmlns="4192e28c-0db7-4fc6-822b-2c8b23888c95">
      <UserInfo>
        <DisplayName>Heath Salva</DisplayName>
        <AccountId>1808</AccountId>
        <AccountType/>
      </UserInfo>
      <UserInfo>
        <DisplayName>Zi Liang</DisplayName>
        <AccountId>2701</AccountId>
        <AccountType/>
      </UserInfo>
      <UserInfo>
        <DisplayName>Anthony Saum</DisplayName>
        <AccountId>3126</AccountId>
        <AccountType/>
      </UserInfo>
    </SharedWithUser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711911B-1BBB-4913-8992-4A01D5649A3F}">
  <ds:schemaRefs>
    <ds:schemaRef ds:uri="4192e28c-0db7-4fc6-822b-2c8b23888c95"/>
    <ds:schemaRef ds:uri="53a1ec65-2886-4eac-a182-6e884946765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764C81E8-6FC4-4AED-9D4E-8383E39B0EDD}">
  <ds:schemaRefs>
    <ds:schemaRef ds:uri="http://schemas.microsoft.com/office/infopath/2007/PartnerControls"/>
    <ds:schemaRef ds:uri="http://schemas.microsoft.com/sharepoint/v3"/>
    <ds:schemaRef ds:uri="http://purl.org/dc/dcmitype/"/>
    <ds:schemaRef ds:uri="http://schemas.microsoft.com/office/2006/metadata/properties"/>
    <ds:schemaRef ds:uri="http://www.w3.org/XML/1998/namespace"/>
    <ds:schemaRef ds:uri="53a1ec65-2886-4eac-a182-6e884946765d"/>
    <ds:schemaRef ds:uri="http://schemas.microsoft.com/office/2006/documentManagement/types"/>
    <ds:schemaRef ds:uri="http://purl.org/dc/elements/1.1/"/>
    <ds:schemaRef ds:uri="http://schemas.openxmlformats.org/package/2006/metadata/core-properties"/>
    <ds:schemaRef ds:uri="4192e28c-0db7-4fc6-822b-2c8b23888c95"/>
    <ds:schemaRef ds:uri="http://purl.org/dc/terms/"/>
  </ds:schemaRefs>
</ds:datastoreItem>
</file>

<file path=customXml/itemProps3.xml><?xml version="1.0" encoding="utf-8"?>
<ds:datastoreItem xmlns:ds="http://schemas.openxmlformats.org/officeDocument/2006/customXml" ds:itemID="{7173D2C5-1ED7-4E88-A485-269A9EB7EEF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Centric Slide Templates &amp; Design Tips Master Deck reduced</Template>
  <TotalTime>120</TotalTime>
  <Words>612</Words>
  <Application>Microsoft Office PowerPoint</Application>
  <PresentationFormat>Widescreen</PresentationFormat>
  <Paragraphs>115</Paragraphs>
  <Slides>9</Slides>
  <Notes>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9</vt:i4>
      </vt:variant>
    </vt:vector>
  </HeadingPairs>
  <TitlesOfParts>
    <vt:vector size="17" baseType="lpstr">
      <vt:lpstr>Arial</vt:lpstr>
      <vt:lpstr>Arial Regular</vt:lpstr>
      <vt:lpstr>Calibri</vt:lpstr>
      <vt:lpstr>Nexa Bold</vt:lpstr>
      <vt:lpstr>Open Sans</vt:lpstr>
      <vt:lpstr>Raleway</vt:lpstr>
      <vt:lpstr>Roboto Medium</vt:lpstr>
      <vt:lpstr>Centric Purple-Gold Template</vt:lpstr>
      <vt:lpstr>DCI Intelligence Platform Centric Microsoft Practice Hackathon 2026</vt:lpstr>
      <vt:lpstr>When Minutes Matter</vt:lpstr>
      <vt:lpstr>The Best Ticket Is No Ticket At All </vt:lpstr>
      <vt:lpstr>What We Built</vt:lpstr>
      <vt:lpstr>PowerPoint Presentation</vt:lpstr>
      <vt:lpstr>How We Measure It</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Steven Marcetic</dc:creator>
  <cp:lastModifiedBy>Steven Marcetic</cp:lastModifiedBy>
  <cp:revision>1</cp:revision>
  <dcterms:created xsi:type="dcterms:W3CDTF">2026-05-15T14:52:27Z</dcterms:created>
  <dcterms:modified xsi:type="dcterms:W3CDTF">2026-05-15T16:52:56Z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0x0101008194FD8AEE7BAF469B35A7D444017B50</vt:lpwstr>
  </property>
  <property fmtid="{D5CDD505-2E9C-101B-9397-08002B2CF9AE}" pid="3" name="MediaServiceImageTags">
    <vt:lpwstr/>
  </property>
  <property fmtid="{D5CDD505-2E9C-101B-9397-08002B2CF9AE}" pid="4" name="BU-M">
    <vt:lpwstr>9;#N/A|c93c7d33-27da-4554-ada2-4221bcedd5b0</vt:lpwstr>
  </property>
  <property fmtid="{D5CDD505-2E9C-101B-9397-08002B2CF9AE}" pid="5" name="SO-M">
    <vt:lpwstr>5;#N/A|12470895-408e-48c8-8c94-97dea53b8147</vt:lpwstr>
  </property>
  <property fmtid="{D5CDD505-2E9C-101B-9397-08002B2CF9AE}" pid="6" name="Client-M">
    <vt:lpwstr/>
  </property>
  <property fmtid="{D5CDD505-2E9C-101B-9397-08002B2CF9AE}" pid="7" name="IV-M">
    <vt:lpwstr>11;#N/A|6c3b1bc7-8281-4584-84f1-349a5e70d1c1</vt:lpwstr>
  </property>
</Properties>
</file>